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0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73F348-E0DC-F87A-B131-EF0C3C4D5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C3E8E1A-3A07-E60C-7BB7-9310D2139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88699FA-3050-3602-2B0B-955629834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99FC3-02F8-4E33-8381-7CFE8627A3FA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BF5167A-FAAA-CB15-F092-CA22710D1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225C8E-2779-4BA5-55B8-E88E4D5BC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38930-A6C0-41A3-B8D0-7E83850A96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807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534DE0-5EE8-AC27-AFB9-58C92127B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B2B7C2-9EEE-61CA-9493-A31FD6725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1A6FEEB-D9A5-C5E3-3330-A40AC8664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99FC3-02F8-4E33-8381-7CFE8627A3FA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5A7AA22-8E40-D62B-6446-EDBB20AB1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EB26A1B-3EBF-AAEC-CC66-0984703B5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38930-A6C0-41A3-B8D0-7E83850A96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9746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A60DD0-9A21-558C-ACBD-FFDF7CF1E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2077C0D-1D43-489D-941D-08C2F2786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B25B392-0B07-E237-FA3D-2EF23EE2C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99FC3-02F8-4E33-8381-7CFE8627A3FA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E5D075-4337-2264-0863-291C244CB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FF055E6-C020-70C0-A37D-07775F67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38930-A6C0-41A3-B8D0-7E83850A96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94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630A6C-A629-9B1E-A5F7-9195E3999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858388-F29D-3139-3B92-9751103E52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320367C-53A6-2B5C-6C92-22510D04B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72E539A-AD25-F176-BCB2-A95110A73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99FC3-02F8-4E33-8381-7CFE8627A3FA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3EAE3AE-4591-3A6C-C8E0-A65624530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CDB627-A94A-DC0F-EF3F-341F8ED5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38930-A6C0-41A3-B8D0-7E83850A96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5927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B684FA-9E0D-CAA8-DFF8-3225F456D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D33EB63-3242-3080-CE51-F19514A8B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0421A78-8BDC-57FB-044E-A815A72CC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3881703-8657-E2C7-5DBC-F89544C414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59525B6-027C-367B-DB86-DF74D05D3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93CDC93-B9A0-95FE-2222-E8F646D8B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99FC3-02F8-4E33-8381-7CFE8627A3FA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73A8738-440F-FB8D-3CBA-42BEF5E0C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53F702C-81B5-B717-D00C-0C48C10F3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38930-A6C0-41A3-B8D0-7E83850A96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71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E81064-042F-66B7-3FE5-F6C1C1266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27C1DA9-B756-BC69-85EE-2AEF4D93E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99FC3-02F8-4E33-8381-7CFE8627A3FA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264AD21-DF0C-9E9C-D13C-CDD8DB2C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FE81213-EC1F-F8E1-1A1B-44299938D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38930-A6C0-41A3-B8D0-7E83850A96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6873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342DC93-63C8-BF37-5B67-A5A8979EA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99FC3-02F8-4E33-8381-7CFE8627A3FA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86AE79A-44AB-5161-1365-30DCF2D26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FD12A3B-EA4E-041A-F594-D204E58A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38930-A6C0-41A3-B8D0-7E83850A96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8931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82C8DD-71F8-ECD8-C353-59EAC9C4F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BEBB53-9152-39E5-FEF4-F9ED8BC01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CE4EBB1-784A-E3EC-CFFD-44745D771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8A596AC-4A32-EE32-16D3-197C9A4C3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99FC3-02F8-4E33-8381-7CFE8627A3FA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724B254-0DED-94AA-31BD-12308E25B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8F58E9C-1DF2-6A6F-6A89-2ADD9AA6C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38930-A6C0-41A3-B8D0-7E83850A96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6491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E6765E-607A-3B34-80DD-62DE6131A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FEA0FF7-8E3A-A5C0-5F15-BE306D99DE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8C75987-A298-E5E3-F5CE-CB840BF52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9884B29-B160-BA0F-11AA-2EF42ABDD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99FC3-02F8-4E33-8381-7CFE8627A3FA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38FA626-C09B-339C-872D-5BBD92F78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A10FA99-D298-51A3-778D-D0BE3F9A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38930-A6C0-41A3-B8D0-7E83850A96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4089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79AB7D-4155-CB32-AACF-6B21CFFD0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375E61D-6077-23D1-D29C-18792025A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33B006-A846-B539-084C-144562E1C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99FC3-02F8-4E33-8381-7CFE8627A3FA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47D8B3-77DD-7864-31B9-37A15CD3F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1622188-3F36-2B65-B080-5B6060CD0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38930-A6C0-41A3-B8D0-7E83850A96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2599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D7396FE-1D2A-80A7-2A74-3CF53F5CD1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1422504-B8E7-636C-FCF8-DBA9763FB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C8FE6B-38BA-74CF-7751-FFD8A37D9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99FC3-02F8-4E33-8381-7CFE8627A3FA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727C70C-F311-20A9-0BF4-1879B9923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96F83C2-DA5C-F774-C2BD-68FB408E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38930-A6C0-41A3-B8D0-7E83850A96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8061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F35862-C3D4-6E0E-EB84-BBC20003F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2E8937A-4619-FEA7-F103-73E09C8C4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09BA3DE-10A3-6918-D295-A09BBF6A46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099FC3-02F8-4E33-8381-7CFE8627A3FA}" type="datetimeFigureOut">
              <a:rPr lang="it-IT" smtClean="0"/>
              <a:t>18/11/2025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B182710-DA70-D26B-00E4-3B1E00822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7B3D38E-238A-9637-FC1F-813F0B1EA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F38930-A6C0-41A3-B8D0-7E83850A96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567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28EFC4DC-9D57-8680-21D1-A2AE7A76C9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900" y="0"/>
            <a:ext cx="3086100" cy="6858000"/>
          </a:xfrm>
          <a:prstGeom prst="rect">
            <a:avLst/>
          </a:prstGeom>
        </p:spPr>
      </p:pic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D67DFD99-DDF1-378D-56BC-D05B4F537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181651"/>
              </p:ext>
            </p:extLst>
          </p:nvPr>
        </p:nvGraphicFramePr>
        <p:xfrm>
          <a:off x="520071" y="1081805"/>
          <a:ext cx="812799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3387661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64513323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62202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Stakeholder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Goal (problema)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→ Requisiti (una delle soluzioni)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5337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Direzione, CEO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Monetizzazione, aumento del numero di utenti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Dashboard con metriche pubblicitarie e utilizzo della piattaforma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6773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b="1" dirty="0"/>
                        <a:t>Manager</a:t>
                      </a:r>
                      <a:r>
                        <a:rPr lang="it-IT" dirty="0"/>
                        <a:t>: responsabili area tecnica, sicurezza, 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Gestione prodotto e crescita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29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Operativi</a:t>
                      </a:r>
                      <a:r>
                        <a:rPr lang="it-IT" dirty="0"/>
                        <a:t>: tecnici infrastruttura, moderatori contenuti, sicurezza comunicazioni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Manutenzione sistema e sicurezza/moderazione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System </a:t>
                      </a:r>
                      <a:r>
                        <a:rPr lang="it-IT" dirty="0" err="1"/>
                        <a:t>maintenance</a:t>
                      </a:r>
                      <a:r>
                        <a:rPr lang="it-IT" dirty="0"/>
                        <a:t> (CPU, </a:t>
                      </a:r>
                      <a:r>
                        <a:rPr lang="it-IT" dirty="0" err="1"/>
                        <a:t>mem</a:t>
                      </a:r>
                      <a:r>
                        <a:rPr lang="it-IT" dirty="0"/>
                        <a:t>, banda, storage), filtri sicurezza, segnalazioni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553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Utenti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Condividere e vedere contenuti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Post, Stories, </a:t>
                      </a:r>
                      <a:r>
                        <a:rPr lang="it-IT" dirty="0" err="1"/>
                        <a:t>Reels</a:t>
                      </a:r>
                      <a:r>
                        <a:rPr lang="it-IT" dirty="0"/>
                        <a:t>, Messaggi, Contatti, Live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6446546"/>
                  </a:ext>
                </a:extLst>
              </a:tr>
            </a:tbl>
          </a:graphicData>
        </a:graphic>
      </p:graphicFrame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E6239C4-77A3-1DD7-1F3C-AA2A63324B44}"/>
              </a:ext>
            </a:extLst>
          </p:cNvPr>
          <p:cNvSpPr txBox="1"/>
          <p:nvPr/>
        </p:nvSpPr>
        <p:spPr>
          <a:xfrm>
            <a:off x="930244" y="358541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/>
              <a:t>Goals e Stakeholder – Instagram</a:t>
            </a:r>
          </a:p>
        </p:txBody>
      </p:sp>
    </p:spTree>
    <p:extLst>
      <p:ext uri="{BB962C8B-B14F-4D97-AF65-F5344CB8AC3E}">
        <p14:creationId xmlns:p14="http://schemas.microsoft.com/office/powerpoint/2010/main" val="43249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mbo 6">
            <a:extLst>
              <a:ext uri="{FF2B5EF4-FFF2-40B4-BE49-F238E27FC236}">
                <a16:creationId xmlns:a16="http://schemas.microsoft.com/office/drawing/2014/main" id="{16A0E7EB-BD0F-C9E4-8C28-224C62551E97}"/>
              </a:ext>
            </a:extLst>
          </p:cNvPr>
          <p:cNvSpPr/>
          <p:nvPr/>
        </p:nvSpPr>
        <p:spPr>
          <a:xfrm>
            <a:off x="1080774" y="2721764"/>
            <a:ext cx="1868906" cy="155207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SEGUE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5C67FB6-5F58-2977-ACFB-078D4E6B6779}"/>
              </a:ext>
            </a:extLst>
          </p:cNvPr>
          <p:cNvSpPr/>
          <p:nvPr/>
        </p:nvSpPr>
        <p:spPr>
          <a:xfrm>
            <a:off x="6132974" y="2963779"/>
            <a:ext cx="1524000" cy="930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UTENTI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A47E0F2-3935-D6F0-4611-9EF943EBD736}"/>
              </a:ext>
            </a:extLst>
          </p:cNvPr>
          <p:cNvSpPr/>
          <p:nvPr/>
        </p:nvSpPr>
        <p:spPr>
          <a:xfrm>
            <a:off x="8843214" y="236155"/>
            <a:ext cx="1524000" cy="930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POSTS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0206246-AA25-8289-840D-9BF7E5CC622C}"/>
              </a:ext>
            </a:extLst>
          </p:cNvPr>
          <p:cNvSpPr/>
          <p:nvPr/>
        </p:nvSpPr>
        <p:spPr>
          <a:xfrm>
            <a:off x="8712369" y="5733197"/>
            <a:ext cx="1524000" cy="930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STORIE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AB5FD170-472A-C451-FB22-8827A2F991B5}"/>
              </a:ext>
            </a:extLst>
          </p:cNvPr>
          <p:cNvSpPr txBox="1"/>
          <p:nvPr/>
        </p:nvSpPr>
        <p:spPr>
          <a:xfrm>
            <a:off x="3143687" y="2734725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F5F01968-D85E-0A02-4A51-B9D13BC6CDE2}"/>
              </a:ext>
            </a:extLst>
          </p:cNvPr>
          <p:cNvSpPr txBox="1"/>
          <p:nvPr/>
        </p:nvSpPr>
        <p:spPr>
          <a:xfrm>
            <a:off x="3118874" y="3825169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27" name="Rombo 26">
            <a:extLst>
              <a:ext uri="{FF2B5EF4-FFF2-40B4-BE49-F238E27FC236}">
                <a16:creationId xmlns:a16="http://schemas.microsoft.com/office/drawing/2014/main" id="{1A9CF2A9-0E9D-4CEA-465A-D9B4B3497587}"/>
              </a:ext>
            </a:extLst>
          </p:cNvPr>
          <p:cNvSpPr/>
          <p:nvPr/>
        </p:nvSpPr>
        <p:spPr>
          <a:xfrm>
            <a:off x="8064669" y="1562953"/>
            <a:ext cx="1524000" cy="123893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CREA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02E149A5-E0FE-2271-E064-8CDA35F9E236}"/>
              </a:ext>
            </a:extLst>
          </p:cNvPr>
          <p:cNvSpPr txBox="1"/>
          <p:nvPr/>
        </p:nvSpPr>
        <p:spPr>
          <a:xfrm>
            <a:off x="7613611" y="2718957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1704BC3B-44AB-64B5-F58F-5859303FADB7}"/>
              </a:ext>
            </a:extLst>
          </p:cNvPr>
          <p:cNvSpPr txBox="1"/>
          <p:nvPr/>
        </p:nvSpPr>
        <p:spPr>
          <a:xfrm>
            <a:off x="8160545" y="1243517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(1,1)</a:t>
            </a:r>
          </a:p>
        </p:txBody>
      </p:sp>
      <p:sp>
        <p:nvSpPr>
          <p:cNvPr id="44" name="Rombo 43">
            <a:extLst>
              <a:ext uri="{FF2B5EF4-FFF2-40B4-BE49-F238E27FC236}">
                <a16:creationId xmlns:a16="http://schemas.microsoft.com/office/drawing/2014/main" id="{65F71EC2-FB60-56B2-71C0-96E72E3F85A9}"/>
              </a:ext>
            </a:extLst>
          </p:cNvPr>
          <p:cNvSpPr/>
          <p:nvPr/>
        </p:nvSpPr>
        <p:spPr>
          <a:xfrm>
            <a:off x="9605214" y="1517437"/>
            <a:ext cx="1524000" cy="130560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LIKE</a:t>
            </a: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21086043-315C-4307-3395-64B52034004F}"/>
              </a:ext>
            </a:extLst>
          </p:cNvPr>
          <p:cNvSpPr txBox="1"/>
          <p:nvPr/>
        </p:nvSpPr>
        <p:spPr>
          <a:xfrm>
            <a:off x="9663490" y="3056532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8022EE7C-F488-1839-2666-FA03F41775A8}"/>
              </a:ext>
            </a:extLst>
          </p:cNvPr>
          <p:cNvSpPr txBox="1"/>
          <p:nvPr/>
        </p:nvSpPr>
        <p:spPr>
          <a:xfrm>
            <a:off x="10376739" y="1148105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64" name="Rombo 63">
            <a:extLst>
              <a:ext uri="{FF2B5EF4-FFF2-40B4-BE49-F238E27FC236}">
                <a16:creationId xmlns:a16="http://schemas.microsoft.com/office/drawing/2014/main" id="{77CB8ADB-C98D-0513-A500-A2E39F66BCAD}"/>
              </a:ext>
            </a:extLst>
          </p:cNvPr>
          <p:cNvSpPr/>
          <p:nvPr/>
        </p:nvSpPr>
        <p:spPr>
          <a:xfrm>
            <a:off x="7950369" y="4183150"/>
            <a:ext cx="1524000" cy="123893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CREA</a:t>
            </a:r>
          </a:p>
        </p:txBody>
      </p:sp>
      <p:sp>
        <p:nvSpPr>
          <p:cNvPr id="66" name="Rombo 65">
            <a:extLst>
              <a:ext uri="{FF2B5EF4-FFF2-40B4-BE49-F238E27FC236}">
                <a16:creationId xmlns:a16="http://schemas.microsoft.com/office/drawing/2014/main" id="{38826BBA-009D-B813-B47B-FBDD44DDDB89}"/>
              </a:ext>
            </a:extLst>
          </p:cNvPr>
          <p:cNvSpPr/>
          <p:nvPr/>
        </p:nvSpPr>
        <p:spPr>
          <a:xfrm>
            <a:off x="9474369" y="4149812"/>
            <a:ext cx="1524000" cy="130560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LIKE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91025F3D-5A1C-1DE0-DBDB-374186955475}"/>
              </a:ext>
            </a:extLst>
          </p:cNvPr>
          <p:cNvSpPr txBox="1"/>
          <p:nvPr/>
        </p:nvSpPr>
        <p:spPr>
          <a:xfrm>
            <a:off x="9588669" y="3698234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EDF1C6E4-208A-541D-E894-956EC69E68AB}"/>
              </a:ext>
            </a:extLst>
          </p:cNvPr>
          <p:cNvSpPr txBox="1"/>
          <p:nvPr/>
        </p:nvSpPr>
        <p:spPr>
          <a:xfrm>
            <a:off x="7582904" y="3882900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02D312F9-3529-0F1F-25C5-FC6114D448AC}"/>
              </a:ext>
            </a:extLst>
          </p:cNvPr>
          <p:cNvSpPr txBox="1"/>
          <p:nvPr/>
        </p:nvSpPr>
        <p:spPr>
          <a:xfrm>
            <a:off x="7959894" y="5430944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(1,1)</a:t>
            </a:r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DA95F1BF-D39D-B1BE-54A5-E5AE044D012C}"/>
              </a:ext>
            </a:extLst>
          </p:cNvPr>
          <p:cNvSpPr txBox="1"/>
          <p:nvPr/>
        </p:nvSpPr>
        <p:spPr>
          <a:xfrm>
            <a:off x="10376739" y="5436928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74" name="Rettangolo 73">
            <a:extLst>
              <a:ext uri="{FF2B5EF4-FFF2-40B4-BE49-F238E27FC236}">
                <a16:creationId xmlns:a16="http://schemas.microsoft.com/office/drawing/2014/main" id="{C3D3F1E6-8D02-7BF5-DB4B-D93367BC849B}"/>
              </a:ext>
            </a:extLst>
          </p:cNvPr>
          <p:cNvSpPr/>
          <p:nvPr/>
        </p:nvSpPr>
        <p:spPr>
          <a:xfrm>
            <a:off x="2836508" y="5592420"/>
            <a:ext cx="1524000" cy="930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MESSAGGI</a:t>
            </a:r>
          </a:p>
        </p:txBody>
      </p:sp>
      <p:cxnSp>
        <p:nvCxnSpPr>
          <p:cNvPr id="88" name="Connettore a gomito 87">
            <a:extLst>
              <a:ext uri="{FF2B5EF4-FFF2-40B4-BE49-F238E27FC236}">
                <a16:creationId xmlns:a16="http://schemas.microsoft.com/office/drawing/2014/main" id="{60CF0C6D-D9F3-BA7A-B65E-61C4C131631D}"/>
              </a:ext>
            </a:extLst>
          </p:cNvPr>
          <p:cNvCxnSpPr>
            <a:endCxn id="27" idx="2"/>
          </p:cNvCxnSpPr>
          <p:nvPr/>
        </p:nvCxnSpPr>
        <p:spPr>
          <a:xfrm flipV="1">
            <a:off x="7656974" y="2801886"/>
            <a:ext cx="1169695" cy="302171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ttore a gomito 89">
            <a:extLst>
              <a:ext uri="{FF2B5EF4-FFF2-40B4-BE49-F238E27FC236}">
                <a16:creationId xmlns:a16="http://schemas.microsoft.com/office/drawing/2014/main" id="{787C3FF7-4B01-6756-29BA-3C270CBBEFAE}"/>
              </a:ext>
            </a:extLst>
          </p:cNvPr>
          <p:cNvCxnSpPr>
            <a:endCxn id="44" idx="2"/>
          </p:cNvCxnSpPr>
          <p:nvPr/>
        </p:nvCxnSpPr>
        <p:spPr>
          <a:xfrm flipV="1">
            <a:off x="7656974" y="2823045"/>
            <a:ext cx="2710240" cy="60595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ttore a gomito 91">
            <a:extLst>
              <a:ext uri="{FF2B5EF4-FFF2-40B4-BE49-F238E27FC236}">
                <a16:creationId xmlns:a16="http://schemas.microsoft.com/office/drawing/2014/main" id="{C40449D7-D2AB-B164-5062-ACF2F3545E45}"/>
              </a:ext>
            </a:extLst>
          </p:cNvPr>
          <p:cNvCxnSpPr>
            <a:endCxn id="66" idx="0"/>
          </p:cNvCxnSpPr>
          <p:nvPr/>
        </p:nvCxnSpPr>
        <p:spPr>
          <a:xfrm>
            <a:off x="7656974" y="3497800"/>
            <a:ext cx="2579395" cy="65201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ttore a gomito 93">
            <a:extLst>
              <a:ext uri="{FF2B5EF4-FFF2-40B4-BE49-F238E27FC236}">
                <a16:creationId xmlns:a16="http://schemas.microsoft.com/office/drawing/2014/main" id="{DCC8AD7C-29BA-2D40-0BFC-1C5036D0D0E6}"/>
              </a:ext>
            </a:extLst>
          </p:cNvPr>
          <p:cNvCxnSpPr>
            <a:stCxn id="64" idx="0"/>
          </p:cNvCxnSpPr>
          <p:nvPr/>
        </p:nvCxnSpPr>
        <p:spPr>
          <a:xfrm rot="16200000" flipV="1">
            <a:off x="8000006" y="3470786"/>
            <a:ext cx="369332" cy="105539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ttore a gomito 97">
            <a:extLst>
              <a:ext uri="{FF2B5EF4-FFF2-40B4-BE49-F238E27FC236}">
                <a16:creationId xmlns:a16="http://schemas.microsoft.com/office/drawing/2014/main" id="{12331777-B116-15A6-9CBE-6AF5E9F7DCE7}"/>
              </a:ext>
            </a:extLst>
          </p:cNvPr>
          <p:cNvCxnSpPr>
            <a:stCxn id="27" idx="0"/>
          </p:cNvCxnSpPr>
          <p:nvPr/>
        </p:nvCxnSpPr>
        <p:spPr>
          <a:xfrm rot="5400000" flipH="1" flipV="1">
            <a:off x="8756452" y="1236814"/>
            <a:ext cx="396356" cy="25592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ttore a gomito 99">
            <a:extLst>
              <a:ext uri="{FF2B5EF4-FFF2-40B4-BE49-F238E27FC236}">
                <a16:creationId xmlns:a16="http://schemas.microsoft.com/office/drawing/2014/main" id="{0BB2BCAF-6F26-9907-BDD0-38958EA73F88}"/>
              </a:ext>
            </a:extLst>
          </p:cNvPr>
          <p:cNvCxnSpPr>
            <a:stCxn id="44" idx="0"/>
          </p:cNvCxnSpPr>
          <p:nvPr/>
        </p:nvCxnSpPr>
        <p:spPr>
          <a:xfrm rot="16200000" flipV="1">
            <a:off x="10038631" y="1188853"/>
            <a:ext cx="329681" cy="327487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ttore a gomito 101">
            <a:extLst>
              <a:ext uri="{FF2B5EF4-FFF2-40B4-BE49-F238E27FC236}">
                <a16:creationId xmlns:a16="http://schemas.microsoft.com/office/drawing/2014/main" id="{E4044AF7-E8AE-8A38-8446-BE8B7C89D842}"/>
              </a:ext>
            </a:extLst>
          </p:cNvPr>
          <p:cNvCxnSpPr>
            <a:stCxn id="64" idx="2"/>
          </p:cNvCxnSpPr>
          <p:nvPr/>
        </p:nvCxnSpPr>
        <p:spPr>
          <a:xfrm rot="16200000" flipH="1">
            <a:off x="8706674" y="5427777"/>
            <a:ext cx="311114" cy="29972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ttore a gomito 103">
            <a:extLst>
              <a:ext uri="{FF2B5EF4-FFF2-40B4-BE49-F238E27FC236}">
                <a16:creationId xmlns:a16="http://schemas.microsoft.com/office/drawing/2014/main" id="{FA3C82EF-CBDA-2707-452E-5FB383B695D2}"/>
              </a:ext>
            </a:extLst>
          </p:cNvPr>
          <p:cNvCxnSpPr>
            <a:stCxn id="66" idx="2"/>
          </p:cNvCxnSpPr>
          <p:nvPr/>
        </p:nvCxnSpPr>
        <p:spPr>
          <a:xfrm rot="5400000">
            <a:off x="10016656" y="5478493"/>
            <a:ext cx="242787" cy="19664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ombo 106">
            <a:extLst>
              <a:ext uri="{FF2B5EF4-FFF2-40B4-BE49-F238E27FC236}">
                <a16:creationId xmlns:a16="http://schemas.microsoft.com/office/drawing/2014/main" id="{776C9658-96CB-E5DB-EB3D-E10BEB178471}"/>
              </a:ext>
            </a:extLst>
          </p:cNvPr>
          <p:cNvSpPr/>
          <p:nvPr/>
        </p:nvSpPr>
        <p:spPr>
          <a:xfrm>
            <a:off x="4626143" y="4465981"/>
            <a:ext cx="1524000" cy="123893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INVIA</a:t>
            </a:r>
          </a:p>
        </p:txBody>
      </p:sp>
      <p:sp>
        <p:nvSpPr>
          <p:cNvPr id="108" name="Rombo 107">
            <a:extLst>
              <a:ext uri="{FF2B5EF4-FFF2-40B4-BE49-F238E27FC236}">
                <a16:creationId xmlns:a16="http://schemas.microsoft.com/office/drawing/2014/main" id="{CB4D6B33-3301-947F-4190-E4DF319F365E}"/>
              </a:ext>
            </a:extLst>
          </p:cNvPr>
          <p:cNvSpPr/>
          <p:nvPr/>
        </p:nvSpPr>
        <p:spPr>
          <a:xfrm>
            <a:off x="6150143" y="4432643"/>
            <a:ext cx="1524000" cy="130560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/>
              <a:t>RICEVE</a:t>
            </a:r>
          </a:p>
        </p:txBody>
      </p:sp>
      <p:sp>
        <p:nvSpPr>
          <p:cNvPr id="109" name="CasellaDiTesto 108">
            <a:extLst>
              <a:ext uri="{FF2B5EF4-FFF2-40B4-BE49-F238E27FC236}">
                <a16:creationId xmlns:a16="http://schemas.microsoft.com/office/drawing/2014/main" id="{61DC58F0-902B-1819-66D3-AEB3B3A36549}"/>
              </a:ext>
            </a:extLst>
          </p:cNvPr>
          <p:cNvSpPr txBox="1"/>
          <p:nvPr/>
        </p:nvSpPr>
        <p:spPr>
          <a:xfrm>
            <a:off x="5488154" y="4252232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110" name="CasellaDiTesto 109">
            <a:extLst>
              <a:ext uri="{FF2B5EF4-FFF2-40B4-BE49-F238E27FC236}">
                <a16:creationId xmlns:a16="http://schemas.microsoft.com/office/drawing/2014/main" id="{FA8CFF8E-93FB-CED6-7226-B888A5F75A47}"/>
              </a:ext>
            </a:extLst>
          </p:cNvPr>
          <p:cNvSpPr txBox="1"/>
          <p:nvPr/>
        </p:nvSpPr>
        <p:spPr>
          <a:xfrm>
            <a:off x="7028700" y="4129835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cxnSp>
        <p:nvCxnSpPr>
          <p:cNvPr id="114" name="Connettore a gomito 113">
            <a:extLst>
              <a:ext uri="{FF2B5EF4-FFF2-40B4-BE49-F238E27FC236}">
                <a16:creationId xmlns:a16="http://schemas.microsoft.com/office/drawing/2014/main" id="{614F6FCC-9212-B4CB-F300-7B129ED58989}"/>
              </a:ext>
            </a:extLst>
          </p:cNvPr>
          <p:cNvCxnSpPr>
            <a:endCxn id="108" idx="2"/>
          </p:cNvCxnSpPr>
          <p:nvPr/>
        </p:nvCxnSpPr>
        <p:spPr>
          <a:xfrm flipV="1">
            <a:off x="4360508" y="5738251"/>
            <a:ext cx="2551635" cy="595874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ttore a gomito 115">
            <a:extLst>
              <a:ext uri="{FF2B5EF4-FFF2-40B4-BE49-F238E27FC236}">
                <a16:creationId xmlns:a16="http://schemas.microsoft.com/office/drawing/2014/main" id="{404DE38F-3866-6C63-0C0F-C68110BF8880}"/>
              </a:ext>
            </a:extLst>
          </p:cNvPr>
          <p:cNvCxnSpPr>
            <a:stCxn id="74" idx="3"/>
            <a:endCxn id="107" idx="2"/>
          </p:cNvCxnSpPr>
          <p:nvPr/>
        </p:nvCxnSpPr>
        <p:spPr>
          <a:xfrm flipV="1">
            <a:off x="4360508" y="5704914"/>
            <a:ext cx="1027635" cy="35272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a gomito 117">
            <a:extLst>
              <a:ext uri="{FF2B5EF4-FFF2-40B4-BE49-F238E27FC236}">
                <a16:creationId xmlns:a16="http://schemas.microsoft.com/office/drawing/2014/main" id="{4C0C188C-5B04-9D91-03AE-2C567B349D3A}"/>
              </a:ext>
            </a:extLst>
          </p:cNvPr>
          <p:cNvCxnSpPr>
            <a:stCxn id="108" idx="0"/>
          </p:cNvCxnSpPr>
          <p:nvPr/>
        </p:nvCxnSpPr>
        <p:spPr>
          <a:xfrm rot="5400000" flipH="1" flipV="1">
            <a:off x="6830419" y="3964625"/>
            <a:ext cx="549743" cy="38629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CasellaDiTesto 128">
            <a:extLst>
              <a:ext uri="{FF2B5EF4-FFF2-40B4-BE49-F238E27FC236}">
                <a16:creationId xmlns:a16="http://schemas.microsoft.com/office/drawing/2014/main" id="{7B1AC776-F18F-52C1-5AB0-9F7564554125}"/>
              </a:ext>
            </a:extLst>
          </p:cNvPr>
          <p:cNvSpPr txBox="1"/>
          <p:nvPr/>
        </p:nvSpPr>
        <p:spPr>
          <a:xfrm>
            <a:off x="4340392" y="5641885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(1,1)</a:t>
            </a:r>
          </a:p>
        </p:txBody>
      </p:sp>
      <p:sp>
        <p:nvSpPr>
          <p:cNvPr id="130" name="CasellaDiTesto 129">
            <a:extLst>
              <a:ext uri="{FF2B5EF4-FFF2-40B4-BE49-F238E27FC236}">
                <a16:creationId xmlns:a16="http://schemas.microsoft.com/office/drawing/2014/main" id="{F4B49CE6-CDBF-21E2-F05F-9F012F36A889}"/>
              </a:ext>
            </a:extLst>
          </p:cNvPr>
          <p:cNvSpPr txBox="1"/>
          <p:nvPr/>
        </p:nvSpPr>
        <p:spPr>
          <a:xfrm>
            <a:off x="4360508" y="6367462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(1,1)</a:t>
            </a:r>
          </a:p>
        </p:txBody>
      </p:sp>
      <p:cxnSp>
        <p:nvCxnSpPr>
          <p:cNvPr id="136" name="Connettore a gomito 135">
            <a:extLst>
              <a:ext uri="{FF2B5EF4-FFF2-40B4-BE49-F238E27FC236}">
                <a16:creationId xmlns:a16="http://schemas.microsoft.com/office/drawing/2014/main" id="{86F4DBBC-F122-3F17-F42E-B0261D35FD83}"/>
              </a:ext>
            </a:extLst>
          </p:cNvPr>
          <p:cNvCxnSpPr>
            <a:cxnSpLocks/>
            <a:stCxn id="107" idx="0"/>
          </p:cNvCxnSpPr>
          <p:nvPr/>
        </p:nvCxnSpPr>
        <p:spPr>
          <a:xfrm rot="5400000" flipH="1" flipV="1">
            <a:off x="5775045" y="3859277"/>
            <a:ext cx="219803" cy="99360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ttore diritto 139">
            <a:extLst>
              <a:ext uri="{FF2B5EF4-FFF2-40B4-BE49-F238E27FC236}">
                <a16:creationId xmlns:a16="http://schemas.microsoft.com/office/drawing/2014/main" id="{18BB8623-8910-24A2-5D8D-F6B9AF902B19}"/>
              </a:ext>
            </a:extLst>
          </p:cNvPr>
          <p:cNvCxnSpPr/>
          <p:nvPr/>
        </p:nvCxnSpPr>
        <p:spPr>
          <a:xfrm flipV="1">
            <a:off x="6381750" y="3882900"/>
            <a:ext cx="0" cy="369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ttore a gomito 142">
            <a:extLst>
              <a:ext uri="{FF2B5EF4-FFF2-40B4-BE49-F238E27FC236}">
                <a16:creationId xmlns:a16="http://schemas.microsoft.com/office/drawing/2014/main" id="{B9019392-6DDA-4756-A60B-F59C32AAA474}"/>
              </a:ext>
            </a:extLst>
          </p:cNvPr>
          <p:cNvCxnSpPr>
            <a:cxnSpLocks/>
          </p:cNvCxnSpPr>
          <p:nvPr/>
        </p:nvCxnSpPr>
        <p:spPr>
          <a:xfrm>
            <a:off x="2486023" y="3124260"/>
            <a:ext cx="3609977" cy="116938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ttore a gomito 145">
            <a:extLst>
              <a:ext uri="{FF2B5EF4-FFF2-40B4-BE49-F238E27FC236}">
                <a16:creationId xmlns:a16="http://schemas.microsoft.com/office/drawing/2014/main" id="{F9DDFFF2-562C-7976-9AB6-270C20AEDBBE}"/>
              </a:ext>
            </a:extLst>
          </p:cNvPr>
          <p:cNvCxnSpPr/>
          <p:nvPr/>
        </p:nvCxnSpPr>
        <p:spPr>
          <a:xfrm flipV="1">
            <a:off x="2589291" y="3497799"/>
            <a:ext cx="3506709" cy="326007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ombo 148">
            <a:extLst>
              <a:ext uri="{FF2B5EF4-FFF2-40B4-BE49-F238E27FC236}">
                <a16:creationId xmlns:a16="http://schemas.microsoft.com/office/drawing/2014/main" id="{1DE0EAB0-6BEB-B2E2-004F-A922B3D6225C}"/>
              </a:ext>
            </a:extLst>
          </p:cNvPr>
          <p:cNvSpPr/>
          <p:nvPr/>
        </p:nvSpPr>
        <p:spPr>
          <a:xfrm>
            <a:off x="5853657" y="544457"/>
            <a:ext cx="1877050" cy="1461342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900" dirty="0"/>
              <a:t>COMMENTARE</a:t>
            </a:r>
          </a:p>
        </p:txBody>
      </p:sp>
      <p:sp>
        <p:nvSpPr>
          <p:cNvPr id="154" name="CasellaDiTesto 153">
            <a:extLst>
              <a:ext uri="{FF2B5EF4-FFF2-40B4-BE49-F238E27FC236}">
                <a16:creationId xmlns:a16="http://schemas.microsoft.com/office/drawing/2014/main" id="{F77ADACC-6A4E-B3D5-4430-BDBD32F0DFF1}"/>
              </a:ext>
            </a:extLst>
          </p:cNvPr>
          <p:cNvSpPr txBox="1"/>
          <p:nvPr/>
        </p:nvSpPr>
        <p:spPr>
          <a:xfrm>
            <a:off x="6986189" y="2427155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155" name="CasellaDiTesto 154">
            <a:extLst>
              <a:ext uri="{FF2B5EF4-FFF2-40B4-BE49-F238E27FC236}">
                <a16:creationId xmlns:a16="http://schemas.microsoft.com/office/drawing/2014/main" id="{AABBDF8D-7AD5-03D5-CB79-7852F09CC943}"/>
              </a:ext>
            </a:extLst>
          </p:cNvPr>
          <p:cNvSpPr txBox="1"/>
          <p:nvPr/>
        </p:nvSpPr>
        <p:spPr>
          <a:xfrm>
            <a:off x="8064033" y="263179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cxnSp>
        <p:nvCxnSpPr>
          <p:cNvPr id="158" name="Connettore a gomito 157">
            <a:extLst>
              <a:ext uri="{FF2B5EF4-FFF2-40B4-BE49-F238E27FC236}">
                <a16:creationId xmlns:a16="http://schemas.microsoft.com/office/drawing/2014/main" id="{27CDC1E5-76FE-09EC-18CB-A23901F7BA33}"/>
              </a:ext>
            </a:extLst>
          </p:cNvPr>
          <p:cNvCxnSpPr>
            <a:stCxn id="8" idx="0"/>
            <a:endCxn id="149" idx="2"/>
          </p:cNvCxnSpPr>
          <p:nvPr/>
        </p:nvCxnSpPr>
        <p:spPr>
          <a:xfrm rot="16200000" flipV="1">
            <a:off x="6364588" y="2433393"/>
            <a:ext cx="957980" cy="10279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ttore a gomito 159">
            <a:extLst>
              <a:ext uri="{FF2B5EF4-FFF2-40B4-BE49-F238E27FC236}">
                <a16:creationId xmlns:a16="http://schemas.microsoft.com/office/drawing/2014/main" id="{B8D7F261-26E9-0BDE-28AB-8FFADC31899C}"/>
              </a:ext>
            </a:extLst>
          </p:cNvPr>
          <p:cNvCxnSpPr>
            <a:stCxn id="149" idx="3"/>
            <a:endCxn id="9" idx="1"/>
          </p:cNvCxnSpPr>
          <p:nvPr/>
        </p:nvCxnSpPr>
        <p:spPr>
          <a:xfrm flipV="1">
            <a:off x="7730707" y="701376"/>
            <a:ext cx="1112507" cy="57375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CasellaDiTesto 162">
            <a:extLst>
              <a:ext uri="{FF2B5EF4-FFF2-40B4-BE49-F238E27FC236}">
                <a16:creationId xmlns:a16="http://schemas.microsoft.com/office/drawing/2014/main" id="{CE02DF25-C1B6-51F8-982E-1410361FD8EA}"/>
              </a:ext>
            </a:extLst>
          </p:cNvPr>
          <p:cNvSpPr txBox="1"/>
          <p:nvPr/>
        </p:nvSpPr>
        <p:spPr>
          <a:xfrm>
            <a:off x="456506" y="236155"/>
            <a:ext cx="32584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VERSIONE SEMPLIFICATA </a:t>
            </a:r>
            <a:br>
              <a:rPr lang="it-IT" dirty="0"/>
            </a:br>
            <a:r>
              <a:rPr lang="it-IT" dirty="0"/>
              <a:t>manca: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risposte alle storie nei messaggi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Commentare i commenti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Gestione gruppi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Condivisione post nei messaggi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0493B75-1D55-E540-1D2E-A7F6342B3D29}"/>
              </a:ext>
            </a:extLst>
          </p:cNvPr>
          <p:cNvSpPr txBox="1"/>
          <p:nvPr/>
        </p:nvSpPr>
        <p:spPr>
          <a:xfrm>
            <a:off x="10571679" y="236155"/>
            <a:ext cx="1505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Id post</a:t>
            </a:r>
          </a:p>
          <a:p>
            <a:r>
              <a:rPr lang="it-IT" dirty="0"/>
              <a:t>Descrizione</a:t>
            </a:r>
          </a:p>
          <a:p>
            <a:r>
              <a:rPr lang="it-IT" dirty="0"/>
              <a:t>File post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62A24BE-E9C0-F429-257C-4766165ED918}"/>
              </a:ext>
            </a:extLst>
          </p:cNvPr>
          <p:cNvSpPr txBox="1"/>
          <p:nvPr/>
        </p:nvSpPr>
        <p:spPr>
          <a:xfrm>
            <a:off x="10245698" y="5855869"/>
            <a:ext cx="2220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Id storia</a:t>
            </a:r>
          </a:p>
          <a:p>
            <a:r>
              <a:rPr lang="it-IT" dirty="0"/>
              <a:t>Ora pubblicazione</a:t>
            </a:r>
          </a:p>
          <a:p>
            <a:r>
              <a:rPr lang="it-IT" dirty="0"/>
              <a:t>File storia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7104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ABB2-6607-5F9F-C06E-52390A4B8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mbo 6">
            <a:extLst>
              <a:ext uri="{FF2B5EF4-FFF2-40B4-BE49-F238E27FC236}">
                <a16:creationId xmlns:a16="http://schemas.microsoft.com/office/drawing/2014/main" id="{AA1C93DB-74D0-CD16-CCE0-790D09147909}"/>
              </a:ext>
            </a:extLst>
          </p:cNvPr>
          <p:cNvSpPr/>
          <p:nvPr/>
        </p:nvSpPr>
        <p:spPr>
          <a:xfrm>
            <a:off x="1080774" y="2721764"/>
            <a:ext cx="1868906" cy="155207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SEGUE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10717A73-25D2-FC7F-37DA-A5104D0FA9E5}"/>
              </a:ext>
            </a:extLst>
          </p:cNvPr>
          <p:cNvSpPr/>
          <p:nvPr/>
        </p:nvSpPr>
        <p:spPr>
          <a:xfrm>
            <a:off x="6132974" y="2963779"/>
            <a:ext cx="1524000" cy="930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UTENTI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8B0C0E4-0A6B-6F0E-DD15-B6487635952D}"/>
              </a:ext>
            </a:extLst>
          </p:cNvPr>
          <p:cNvSpPr/>
          <p:nvPr/>
        </p:nvSpPr>
        <p:spPr>
          <a:xfrm>
            <a:off x="8843214" y="236155"/>
            <a:ext cx="1524000" cy="930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POSTS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013BF49-3F6B-8C51-5997-880388AAAAB0}"/>
              </a:ext>
            </a:extLst>
          </p:cNvPr>
          <p:cNvSpPr/>
          <p:nvPr/>
        </p:nvSpPr>
        <p:spPr>
          <a:xfrm>
            <a:off x="8712369" y="5733197"/>
            <a:ext cx="1524000" cy="930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STORIE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639A070-41A9-82DD-E4E2-55BB7779BD79}"/>
              </a:ext>
            </a:extLst>
          </p:cNvPr>
          <p:cNvSpPr txBox="1"/>
          <p:nvPr/>
        </p:nvSpPr>
        <p:spPr>
          <a:xfrm>
            <a:off x="3143687" y="2734725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18C4375D-FEC7-AE4F-EC25-B0F0A1A7B128}"/>
              </a:ext>
            </a:extLst>
          </p:cNvPr>
          <p:cNvSpPr txBox="1"/>
          <p:nvPr/>
        </p:nvSpPr>
        <p:spPr>
          <a:xfrm>
            <a:off x="3118874" y="3825169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27" name="Rombo 26">
            <a:extLst>
              <a:ext uri="{FF2B5EF4-FFF2-40B4-BE49-F238E27FC236}">
                <a16:creationId xmlns:a16="http://schemas.microsoft.com/office/drawing/2014/main" id="{F32B5B1B-1024-D80C-8A68-2EB8598B4A71}"/>
              </a:ext>
            </a:extLst>
          </p:cNvPr>
          <p:cNvSpPr/>
          <p:nvPr/>
        </p:nvSpPr>
        <p:spPr>
          <a:xfrm>
            <a:off x="8064669" y="1562953"/>
            <a:ext cx="1524000" cy="123893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CREA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1FC4538F-473E-7991-F15A-94D9963ACD48}"/>
              </a:ext>
            </a:extLst>
          </p:cNvPr>
          <p:cNvSpPr txBox="1"/>
          <p:nvPr/>
        </p:nvSpPr>
        <p:spPr>
          <a:xfrm>
            <a:off x="7613611" y="2718957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70452443-8C29-93BB-A324-E42DE2ECDBC8}"/>
              </a:ext>
            </a:extLst>
          </p:cNvPr>
          <p:cNvSpPr txBox="1"/>
          <p:nvPr/>
        </p:nvSpPr>
        <p:spPr>
          <a:xfrm>
            <a:off x="8160545" y="1243517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(1,1)</a:t>
            </a:r>
          </a:p>
        </p:txBody>
      </p:sp>
      <p:sp>
        <p:nvSpPr>
          <p:cNvPr id="44" name="Rombo 43">
            <a:extLst>
              <a:ext uri="{FF2B5EF4-FFF2-40B4-BE49-F238E27FC236}">
                <a16:creationId xmlns:a16="http://schemas.microsoft.com/office/drawing/2014/main" id="{C6EBC927-AC38-F635-F7C1-C363E07AE6BB}"/>
              </a:ext>
            </a:extLst>
          </p:cNvPr>
          <p:cNvSpPr/>
          <p:nvPr/>
        </p:nvSpPr>
        <p:spPr>
          <a:xfrm>
            <a:off x="9605214" y="1517437"/>
            <a:ext cx="1524000" cy="130560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LIKE</a:t>
            </a: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2346467C-B2A5-3423-04F7-501046A82126}"/>
              </a:ext>
            </a:extLst>
          </p:cNvPr>
          <p:cNvSpPr txBox="1"/>
          <p:nvPr/>
        </p:nvSpPr>
        <p:spPr>
          <a:xfrm>
            <a:off x="9663490" y="3056532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B229F86A-EE7A-3804-B039-8575A1B05FC4}"/>
              </a:ext>
            </a:extLst>
          </p:cNvPr>
          <p:cNvSpPr txBox="1"/>
          <p:nvPr/>
        </p:nvSpPr>
        <p:spPr>
          <a:xfrm>
            <a:off x="10376739" y="1148105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64" name="Rombo 63">
            <a:extLst>
              <a:ext uri="{FF2B5EF4-FFF2-40B4-BE49-F238E27FC236}">
                <a16:creationId xmlns:a16="http://schemas.microsoft.com/office/drawing/2014/main" id="{8B903873-4FA0-3F52-F75E-DF474DF83B29}"/>
              </a:ext>
            </a:extLst>
          </p:cNvPr>
          <p:cNvSpPr/>
          <p:nvPr/>
        </p:nvSpPr>
        <p:spPr>
          <a:xfrm>
            <a:off x="7950369" y="4183150"/>
            <a:ext cx="1524000" cy="123893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CREA</a:t>
            </a:r>
          </a:p>
        </p:txBody>
      </p:sp>
      <p:sp>
        <p:nvSpPr>
          <p:cNvPr id="66" name="Rombo 65">
            <a:extLst>
              <a:ext uri="{FF2B5EF4-FFF2-40B4-BE49-F238E27FC236}">
                <a16:creationId xmlns:a16="http://schemas.microsoft.com/office/drawing/2014/main" id="{7352F975-0010-BE35-B8FC-E61C6CF39A4F}"/>
              </a:ext>
            </a:extLst>
          </p:cNvPr>
          <p:cNvSpPr/>
          <p:nvPr/>
        </p:nvSpPr>
        <p:spPr>
          <a:xfrm>
            <a:off x="9474369" y="4149812"/>
            <a:ext cx="1524000" cy="130560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LIKE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4CEE9281-9827-DB36-076F-A5A8840F8DA0}"/>
              </a:ext>
            </a:extLst>
          </p:cNvPr>
          <p:cNvSpPr txBox="1"/>
          <p:nvPr/>
        </p:nvSpPr>
        <p:spPr>
          <a:xfrm>
            <a:off x="9588669" y="3698234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2E3F2311-FBDD-D10A-1CD3-3697863D75FB}"/>
              </a:ext>
            </a:extLst>
          </p:cNvPr>
          <p:cNvSpPr txBox="1"/>
          <p:nvPr/>
        </p:nvSpPr>
        <p:spPr>
          <a:xfrm>
            <a:off x="7582904" y="3882900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206CCDC2-F3B5-9587-6346-C44D999878E0}"/>
              </a:ext>
            </a:extLst>
          </p:cNvPr>
          <p:cNvSpPr txBox="1"/>
          <p:nvPr/>
        </p:nvSpPr>
        <p:spPr>
          <a:xfrm>
            <a:off x="7959894" y="5430944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(1,1)</a:t>
            </a:r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038E3269-F0CA-E65F-D8DB-FF0B7E658ECF}"/>
              </a:ext>
            </a:extLst>
          </p:cNvPr>
          <p:cNvSpPr txBox="1"/>
          <p:nvPr/>
        </p:nvSpPr>
        <p:spPr>
          <a:xfrm>
            <a:off x="10376739" y="5436928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74" name="Rettangolo 73">
            <a:extLst>
              <a:ext uri="{FF2B5EF4-FFF2-40B4-BE49-F238E27FC236}">
                <a16:creationId xmlns:a16="http://schemas.microsoft.com/office/drawing/2014/main" id="{B8889890-14C8-0D46-0FAF-60B051AFB74A}"/>
              </a:ext>
            </a:extLst>
          </p:cNvPr>
          <p:cNvSpPr/>
          <p:nvPr/>
        </p:nvSpPr>
        <p:spPr>
          <a:xfrm>
            <a:off x="2836508" y="5592420"/>
            <a:ext cx="1524000" cy="930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MESSAGGI</a:t>
            </a:r>
          </a:p>
        </p:txBody>
      </p:sp>
      <p:cxnSp>
        <p:nvCxnSpPr>
          <p:cNvPr id="88" name="Connettore a gomito 87">
            <a:extLst>
              <a:ext uri="{FF2B5EF4-FFF2-40B4-BE49-F238E27FC236}">
                <a16:creationId xmlns:a16="http://schemas.microsoft.com/office/drawing/2014/main" id="{732E98A0-5392-D7E7-A891-8098EA0517E9}"/>
              </a:ext>
            </a:extLst>
          </p:cNvPr>
          <p:cNvCxnSpPr>
            <a:endCxn id="27" idx="2"/>
          </p:cNvCxnSpPr>
          <p:nvPr/>
        </p:nvCxnSpPr>
        <p:spPr>
          <a:xfrm flipV="1">
            <a:off x="7656974" y="2801886"/>
            <a:ext cx="1169695" cy="302171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ttore a gomito 89">
            <a:extLst>
              <a:ext uri="{FF2B5EF4-FFF2-40B4-BE49-F238E27FC236}">
                <a16:creationId xmlns:a16="http://schemas.microsoft.com/office/drawing/2014/main" id="{79B21BE8-5ECA-C3BD-36D2-69C54DFFAA0C}"/>
              </a:ext>
            </a:extLst>
          </p:cNvPr>
          <p:cNvCxnSpPr>
            <a:endCxn id="44" idx="2"/>
          </p:cNvCxnSpPr>
          <p:nvPr/>
        </p:nvCxnSpPr>
        <p:spPr>
          <a:xfrm flipV="1">
            <a:off x="7656974" y="2823045"/>
            <a:ext cx="2710240" cy="60595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ttore a gomito 91">
            <a:extLst>
              <a:ext uri="{FF2B5EF4-FFF2-40B4-BE49-F238E27FC236}">
                <a16:creationId xmlns:a16="http://schemas.microsoft.com/office/drawing/2014/main" id="{95000FEA-D1D0-5FF1-6356-E933EA0EB9C1}"/>
              </a:ext>
            </a:extLst>
          </p:cNvPr>
          <p:cNvCxnSpPr>
            <a:endCxn id="66" idx="0"/>
          </p:cNvCxnSpPr>
          <p:nvPr/>
        </p:nvCxnSpPr>
        <p:spPr>
          <a:xfrm>
            <a:off x="7656974" y="3497800"/>
            <a:ext cx="2579395" cy="65201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ttore a gomito 93">
            <a:extLst>
              <a:ext uri="{FF2B5EF4-FFF2-40B4-BE49-F238E27FC236}">
                <a16:creationId xmlns:a16="http://schemas.microsoft.com/office/drawing/2014/main" id="{719AF703-62F0-20C1-5A4F-94B256D7CCFD}"/>
              </a:ext>
            </a:extLst>
          </p:cNvPr>
          <p:cNvCxnSpPr>
            <a:stCxn id="64" idx="0"/>
          </p:cNvCxnSpPr>
          <p:nvPr/>
        </p:nvCxnSpPr>
        <p:spPr>
          <a:xfrm rot="16200000" flipV="1">
            <a:off x="8000006" y="3470786"/>
            <a:ext cx="369332" cy="105539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ttore a gomito 97">
            <a:extLst>
              <a:ext uri="{FF2B5EF4-FFF2-40B4-BE49-F238E27FC236}">
                <a16:creationId xmlns:a16="http://schemas.microsoft.com/office/drawing/2014/main" id="{DF8DBB1D-201B-4065-F9C8-AE29CA6D5992}"/>
              </a:ext>
            </a:extLst>
          </p:cNvPr>
          <p:cNvCxnSpPr>
            <a:stCxn id="27" idx="0"/>
          </p:cNvCxnSpPr>
          <p:nvPr/>
        </p:nvCxnSpPr>
        <p:spPr>
          <a:xfrm rot="5400000" flipH="1" flipV="1">
            <a:off x="8756452" y="1236814"/>
            <a:ext cx="396356" cy="25592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ttore a gomito 99">
            <a:extLst>
              <a:ext uri="{FF2B5EF4-FFF2-40B4-BE49-F238E27FC236}">
                <a16:creationId xmlns:a16="http://schemas.microsoft.com/office/drawing/2014/main" id="{239FFE3D-B4B1-785E-FE79-4A641165E3C3}"/>
              </a:ext>
            </a:extLst>
          </p:cNvPr>
          <p:cNvCxnSpPr>
            <a:stCxn id="44" idx="0"/>
          </p:cNvCxnSpPr>
          <p:nvPr/>
        </p:nvCxnSpPr>
        <p:spPr>
          <a:xfrm rot="16200000" flipV="1">
            <a:off x="10038631" y="1188853"/>
            <a:ext cx="329681" cy="327487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ttore a gomito 101">
            <a:extLst>
              <a:ext uri="{FF2B5EF4-FFF2-40B4-BE49-F238E27FC236}">
                <a16:creationId xmlns:a16="http://schemas.microsoft.com/office/drawing/2014/main" id="{18C1727F-5983-7177-A2A1-64600281D6A0}"/>
              </a:ext>
            </a:extLst>
          </p:cNvPr>
          <p:cNvCxnSpPr>
            <a:stCxn id="64" idx="2"/>
          </p:cNvCxnSpPr>
          <p:nvPr/>
        </p:nvCxnSpPr>
        <p:spPr>
          <a:xfrm rot="16200000" flipH="1">
            <a:off x="8706674" y="5427777"/>
            <a:ext cx="311114" cy="29972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ttore a gomito 103">
            <a:extLst>
              <a:ext uri="{FF2B5EF4-FFF2-40B4-BE49-F238E27FC236}">
                <a16:creationId xmlns:a16="http://schemas.microsoft.com/office/drawing/2014/main" id="{6AD1BB19-0D3F-C1DB-86B8-A659A2CC05AD}"/>
              </a:ext>
            </a:extLst>
          </p:cNvPr>
          <p:cNvCxnSpPr>
            <a:stCxn id="66" idx="2"/>
          </p:cNvCxnSpPr>
          <p:nvPr/>
        </p:nvCxnSpPr>
        <p:spPr>
          <a:xfrm rot="5400000">
            <a:off x="10016656" y="5478493"/>
            <a:ext cx="242787" cy="19664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ombo 106">
            <a:extLst>
              <a:ext uri="{FF2B5EF4-FFF2-40B4-BE49-F238E27FC236}">
                <a16:creationId xmlns:a16="http://schemas.microsoft.com/office/drawing/2014/main" id="{7E168BFA-2635-559A-2A3B-788B51E4AB8F}"/>
              </a:ext>
            </a:extLst>
          </p:cNvPr>
          <p:cNvSpPr/>
          <p:nvPr/>
        </p:nvSpPr>
        <p:spPr>
          <a:xfrm>
            <a:off x="4626143" y="4465981"/>
            <a:ext cx="1524000" cy="123893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INVIA</a:t>
            </a:r>
          </a:p>
        </p:txBody>
      </p:sp>
      <p:sp>
        <p:nvSpPr>
          <p:cNvPr id="108" name="Rombo 107">
            <a:extLst>
              <a:ext uri="{FF2B5EF4-FFF2-40B4-BE49-F238E27FC236}">
                <a16:creationId xmlns:a16="http://schemas.microsoft.com/office/drawing/2014/main" id="{B9D9C4FE-A0FC-C7E3-E22C-3F6A6AFF30DC}"/>
              </a:ext>
            </a:extLst>
          </p:cNvPr>
          <p:cNvSpPr/>
          <p:nvPr/>
        </p:nvSpPr>
        <p:spPr>
          <a:xfrm>
            <a:off x="6150143" y="4432643"/>
            <a:ext cx="1524000" cy="130560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/>
              <a:t>RICEVE</a:t>
            </a:r>
          </a:p>
        </p:txBody>
      </p:sp>
      <p:sp>
        <p:nvSpPr>
          <p:cNvPr id="109" name="CasellaDiTesto 108">
            <a:extLst>
              <a:ext uri="{FF2B5EF4-FFF2-40B4-BE49-F238E27FC236}">
                <a16:creationId xmlns:a16="http://schemas.microsoft.com/office/drawing/2014/main" id="{7A3637C5-22B4-656E-9DC3-1A7C6F1EB842}"/>
              </a:ext>
            </a:extLst>
          </p:cNvPr>
          <p:cNvSpPr txBox="1"/>
          <p:nvPr/>
        </p:nvSpPr>
        <p:spPr>
          <a:xfrm>
            <a:off x="5488154" y="4252232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110" name="CasellaDiTesto 109">
            <a:extLst>
              <a:ext uri="{FF2B5EF4-FFF2-40B4-BE49-F238E27FC236}">
                <a16:creationId xmlns:a16="http://schemas.microsoft.com/office/drawing/2014/main" id="{D9A61AA1-668A-0839-0816-21BB18DD5F55}"/>
              </a:ext>
            </a:extLst>
          </p:cNvPr>
          <p:cNvSpPr txBox="1"/>
          <p:nvPr/>
        </p:nvSpPr>
        <p:spPr>
          <a:xfrm>
            <a:off x="7028700" y="4129835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cxnSp>
        <p:nvCxnSpPr>
          <p:cNvPr id="114" name="Connettore a gomito 113">
            <a:extLst>
              <a:ext uri="{FF2B5EF4-FFF2-40B4-BE49-F238E27FC236}">
                <a16:creationId xmlns:a16="http://schemas.microsoft.com/office/drawing/2014/main" id="{2521DB02-B1C5-E063-0F99-5F5173E944CC}"/>
              </a:ext>
            </a:extLst>
          </p:cNvPr>
          <p:cNvCxnSpPr>
            <a:endCxn id="108" idx="2"/>
          </p:cNvCxnSpPr>
          <p:nvPr/>
        </p:nvCxnSpPr>
        <p:spPr>
          <a:xfrm flipV="1">
            <a:off x="4360508" y="5738251"/>
            <a:ext cx="2551635" cy="595874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ttore a gomito 115">
            <a:extLst>
              <a:ext uri="{FF2B5EF4-FFF2-40B4-BE49-F238E27FC236}">
                <a16:creationId xmlns:a16="http://schemas.microsoft.com/office/drawing/2014/main" id="{7D11A4C2-FD40-7967-58EC-B41390253BD5}"/>
              </a:ext>
            </a:extLst>
          </p:cNvPr>
          <p:cNvCxnSpPr>
            <a:stCxn id="74" idx="3"/>
            <a:endCxn id="107" idx="2"/>
          </p:cNvCxnSpPr>
          <p:nvPr/>
        </p:nvCxnSpPr>
        <p:spPr>
          <a:xfrm flipV="1">
            <a:off x="4360508" y="5704914"/>
            <a:ext cx="1027635" cy="35272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a gomito 117">
            <a:extLst>
              <a:ext uri="{FF2B5EF4-FFF2-40B4-BE49-F238E27FC236}">
                <a16:creationId xmlns:a16="http://schemas.microsoft.com/office/drawing/2014/main" id="{587476E5-4D5D-FD55-BDF3-6435CC170863}"/>
              </a:ext>
            </a:extLst>
          </p:cNvPr>
          <p:cNvCxnSpPr>
            <a:stCxn id="108" idx="0"/>
          </p:cNvCxnSpPr>
          <p:nvPr/>
        </p:nvCxnSpPr>
        <p:spPr>
          <a:xfrm rot="5400000" flipH="1" flipV="1">
            <a:off x="6830419" y="3964625"/>
            <a:ext cx="549743" cy="38629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CasellaDiTesto 128">
            <a:extLst>
              <a:ext uri="{FF2B5EF4-FFF2-40B4-BE49-F238E27FC236}">
                <a16:creationId xmlns:a16="http://schemas.microsoft.com/office/drawing/2014/main" id="{8F1B3676-34D4-5E96-6667-F21E875CB193}"/>
              </a:ext>
            </a:extLst>
          </p:cNvPr>
          <p:cNvSpPr txBox="1"/>
          <p:nvPr/>
        </p:nvSpPr>
        <p:spPr>
          <a:xfrm>
            <a:off x="4340392" y="5641885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(1,1)</a:t>
            </a:r>
          </a:p>
        </p:txBody>
      </p:sp>
      <p:sp>
        <p:nvSpPr>
          <p:cNvPr id="130" name="CasellaDiTesto 129">
            <a:extLst>
              <a:ext uri="{FF2B5EF4-FFF2-40B4-BE49-F238E27FC236}">
                <a16:creationId xmlns:a16="http://schemas.microsoft.com/office/drawing/2014/main" id="{0E2D75B6-7A6D-E1B6-8AA5-8B2CEEB909AC}"/>
              </a:ext>
            </a:extLst>
          </p:cNvPr>
          <p:cNvSpPr txBox="1"/>
          <p:nvPr/>
        </p:nvSpPr>
        <p:spPr>
          <a:xfrm>
            <a:off x="4360508" y="6367462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(1,1)</a:t>
            </a:r>
          </a:p>
        </p:txBody>
      </p:sp>
      <p:cxnSp>
        <p:nvCxnSpPr>
          <p:cNvPr id="136" name="Connettore a gomito 135">
            <a:extLst>
              <a:ext uri="{FF2B5EF4-FFF2-40B4-BE49-F238E27FC236}">
                <a16:creationId xmlns:a16="http://schemas.microsoft.com/office/drawing/2014/main" id="{7E2A5934-1E17-2AAE-6B7F-D868BEC14457}"/>
              </a:ext>
            </a:extLst>
          </p:cNvPr>
          <p:cNvCxnSpPr>
            <a:cxnSpLocks/>
            <a:stCxn id="107" idx="0"/>
          </p:cNvCxnSpPr>
          <p:nvPr/>
        </p:nvCxnSpPr>
        <p:spPr>
          <a:xfrm rot="5400000" flipH="1" flipV="1">
            <a:off x="5775045" y="3859277"/>
            <a:ext cx="219803" cy="99360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ttore diritto 139">
            <a:extLst>
              <a:ext uri="{FF2B5EF4-FFF2-40B4-BE49-F238E27FC236}">
                <a16:creationId xmlns:a16="http://schemas.microsoft.com/office/drawing/2014/main" id="{EFD48453-B1FC-876A-31EB-2F9B31CACA8A}"/>
              </a:ext>
            </a:extLst>
          </p:cNvPr>
          <p:cNvCxnSpPr/>
          <p:nvPr/>
        </p:nvCxnSpPr>
        <p:spPr>
          <a:xfrm flipV="1">
            <a:off x="6381750" y="3882900"/>
            <a:ext cx="0" cy="369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ttore a gomito 142">
            <a:extLst>
              <a:ext uri="{FF2B5EF4-FFF2-40B4-BE49-F238E27FC236}">
                <a16:creationId xmlns:a16="http://schemas.microsoft.com/office/drawing/2014/main" id="{A513839E-4D44-11C1-2BCD-42971713246C}"/>
              </a:ext>
            </a:extLst>
          </p:cNvPr>
          <p:cNvCxnSpPr>
            <a:cxnSpLocks/>
          </p:cNvCxnSpPr>
          <p:nvPr/>
        </p:nvCxnSpPr>
        <p:spPr>
          <a:xfrm>
            <a:off x="2486023" y="3124260"/>
            <a:ext cx="3609977" cy="116938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ttore a gomito 145">
            <a:extLst>
              <a:ext uri="{FF2B5EF4-FFF2-40B4-BE49-F238E27FC236}">
                <a16:creationId xmlns:a16="http://schemas.microsoft.com/office/drawing/2014/main" id="{237B6848-8B3A-020E-D371-4C03A0AE1BD9}"/>
              </a:ext>
            </a:extLst>
          </p:cNvPr>
          <p:cNvCxnSpPr/>
          <p:nvPr/>
        </p:nvCxnSpPr>
        <p:spPr>
          <a:xfrm flipV="1">
            <a:off x="2589291" y="3497799"/>
            <a:ext cx="3506709" cy="326007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ombo 148">
            <a:extLst>
              <a:ext uri="{FF2B5EF4-FFF2-40B4-BE49-F238E27FC236}">
                <a16:creationId xmlns:a16="http://schemas.microsoft.com/office/drawing/2014/main" id="{101BF214-7654-D0D8-94C5-D056A6939EC5}"/>
              </a:ext>
            </a:extLst>
          </p:cNvPr>
          <p:cNvSpPr/>
          <p:nvPr/>
        </p:nvSpPr>
        <p:spPr>
          <a:xfrm>
            <a:off x="5853657" y="544457"/>
            <a:ext cx="1877050" cy="1461342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900" dirty="0"/>
              <a:t>COMMENTARE</a:t>
            </a:r>
          </a:p>
        </p:txBody>
      </p:sp>
      <p:sp>
        <p:nvSpPr>
          <p:cNvPr id="154" name="CasellaDiTesto 153">
            <a:extLst>
              <a:ext uri="{FF2B5EF4-FFF2-40B4-BE49-F238E27FC236}">
                <a16:creationId xmlns:a16="http://schemas.microsoft.com/office/drawing/2014/main" id="{885141CB-3ED8-19D1-7EB9-D28F9D03D852}"/>
              </a:ext>
            </a:extLst>
          </p:cNvPr>
          <p:cNvSpPr txBox="1"/>
          <p:nvPr/>
        </p:nvSpPr>
        <p:spPr>
          <a:xfrm>
            <a:off x="6986189" y="2427155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155" name="CasellaDiTesto 154">
            <a:extLst>
              <a:ext uri="{FF2B5EF4-FFF2-40B4-BE49-F238E27FC236}">
                <a16:creationId xmlns:a16="http://schemas.microsoft.com/office/drawing/2014/main" id="{660828F0-496A-CA39-FEDB-753AE5FE58EA}"/>
              </a:ext>
            </a:extLst>
          </p:cNvPr>
          <p:cNvSpPr txBox="1"/>
          <p:nvPr/>
        </p:nvSpPr>
        <p:spPr>
          <a:xfrm>
            <a:off x="8064033" y="263179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cxnSp>
        <p:nvCxnSpPr>
          <p:cNvPr id="158" name="Connettore a gomito 157">
            <a:extLst>
              <a:ext uri="{FF2B5EF4-FFF2-40B4-BE49-F238E27FC236}">
                <a16:creationId xmlns:a16="http://schemas.microsoft.com/office/drawing/2014/main" id="{F2EE9644-54E7-DDE8-7A83-882782F1D6BD}"/>
              </a:ext>
            </a:extLst>
          </p:cNvPr>
          <p:cNvCxnSpPr>
            <a:stCxn id="8" idx="0"/>
            <a:endCxn id="149" idx="2"/>
          </p:cNvCxnSpPr>
          <p:nvPr/>
        </p:nvCxnSpPr>
        <p:spPr>
          <a:xfrm rot="16200000" flipV="1">
            <a:off x="6364588" y="2433393"/>
            <a:ext cx="957980" cy="10279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ttore a gomito 159">
            <a:extLst>
              <a:ext uri="{FF2B5EF4-FFF2-40B4-BE49-F238E27FC236}">
                <a16:creationId xmlns:a16="http://schemas.microsoft.com/office/drawing/2014/main" id="{83593164-717F-EA39-694F-9F669D98D24B}"/>
              </a:ext>
            </a:extLst>
          </p:cNvPr>
          <p:cNvCxnSpPr>
            <a:stCxn id="149" idx="3"/>
            <a:endCxn id="9" idx="1"/>
          </p:cNvCxnSpPr>
          <p:nvPr/>
        </p:nvCxnSpPr>
        <p:spPr>
          <a:xfrm flipV="1">
            <a:off x="7730707" y="701376"/>
            <a:ext cx="1112507" cy="57375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CasellaDiTesto 162">
            <a:extLst>
              <a:ext uri="{FF2B5EF4-FFF2-40B4-BE49-F238E27FC236}">
                <a16:creationId xmlns:a16="http://schemas.microsoft.com/office/drawing/2014/main" id="{F383B1F5-E2AB-382E-AC10-92B10092F3C6}"/>
              </a:ext>
            </a:extLst>
          </p:cNvPr>
          <p:cNvSpPr txBox="1"/>
          <p:nvPr/>
        </p:nvSpPr>
        <p:spPr>
          <a:xfrm>
            <a:off x="456506" y="236155"/>
            <a:ext cx="3258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UTENTI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2B9E9AD-33E7-46AA-5F66-9FA2A5170AE8}"/>
              </a:ext>
            </a:extLst>
          </p:cNvPr>
          <p:cNvSpPr txBox="1"/>
          <p:nvPr/>
        </p:nvSpPr>
        <p:spPr>
          <a:xfrm>
            <a:off x="5753195" y="2593084"/>
            <a:ext cx="1263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EE0000"/>
                </a:solidFill>
              </a:rPr>
              <a:t>SS CRUD</a:t>
            </a:r>
            <a:r>
              <a:rPr lang="it-IT" baseline="-25000" dirty="0">
                <a:solidFill>
                  <a:srgbClr val="EE0000"/>
                </a:solidFill>
              </a:rPr>
              <a:t>L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6CEDCBB-4ED1-A8B4-93F8-748D86C263FA}"/>
              </a:ext>
            </a:extLst>
          </p:cNvPr>
          <p:cNvSpPr txBox="1"/>
          <p:nvPr/>
        </p:nvSpPr>
        <p:spPr>
          <a:xfrm>
            <a:off x="2925676" y="5204566"/>
            <a:ext cx="1238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EE0000"/>
                </a:solidFill>
              </a:rPr>
              <a:t>SS CRUD</a:t>
            </a:r>
            <a:r>
              <a:rPr lang="it-IT" baseline="-25000" dirty="0">
                <a:solidFill>
                  <a:srgbClr val="EE0000"/>
                </a:solidFill>
              </a:rPr>
              <a:t>L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0F4BE35-4074-3803-993B-88D6491D345B}"/>
              </a:ext>
            </a:extLst>
          </p:cNvPr>
          <p:cNvSpPr txBox="1"/>
          <p:nvPr/>
        </p:nvSpPr>
        <p:spPr>
          <a:xfrm>
            <a:off x="8924879" y="5177749"/>
            <a:ext cx="1238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EE0000"/>
                </a:solidFill>
              </a:rPr>
              <a:t>SS CR</a:t>
            </a:r>
            <a:r>
              <a:rPr lang="it-IT" strike="sngStrike" dirty="0">
                <a:solidFill>
                  <a:schemeClr val="bg2">
                    <a:lumMod val="75000"/>
                  </a:schemeClr>
                </a:solidFill>
              </a:rPr>
              <a:t>U</a:t>
            </a:r>
            <a:r>
              <a:rPr lang="it-IT" dirty="0">
                <a:solidFill>
                  <a:srgbClr val="EE0000"/>
                </a:solidFill>
              </a:rPr>
              <a:t>D</a:t>
            </a:r>
            <a:r>
              <a:rPr lang="it-IT" baseline="-25000" dirty="0">
                <a:solidFill>
                  <a:srgbClr val="EE0000"/>
                </a:solidFill>
              </a:rPr>
              <a:t>L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011C7FB-9C57-ACF2-3CAE-08969637C2E2}"/>
              </a:ext>
            </a:extLst>
          </p:cNvPr>
          <p:cNvSpPr txBox="1"/>
          <p:nvPr/>
        </p:nvSpPr>
        <p:spPr>
          <a:xfrm>
            <a:off x="9042395" y="1211117"/>
            <a:ext cx="1238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EE0000"/>
                </a:solidFill>
              </a:rPr>
              <a:t>SS CR</a:t>
            </a:r>
            <a:r>
              <a:rPr lang="it-IT" strike="sngStrike" dirty="0">
                <a:solidFill>
                  <a:schemeClr val="bg2">
                    <a:lumMod val="75000"/>
                  </a:schemeClr>
                </a:solidFill>
              </a:rPr>
              <a:t>U</a:t>
            </a:r>
            <a:r>
              <a:rPr lang="it-IT" dirty="0">
                <a:solidFill>
                  <a:srgbClr val="EE0000"/>
                </a:solidFill>
              </a:rPr>
              <a:t>D</a:t>
            </a:r>
            <a:r>
              <a:rPr lang="it-IT" baseline="-25000" dirty="0">
                <a:solidFill>
                  <a:srgbClr val="EE0000"/>
                </a:solidFill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757433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C7F1D-D53B-B2E4-752A-D9EE7F6AA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mbo 6">
            <a:extLst>
              <a:ext uri="{FF2B5EF4-FFF2-40B4-BE49-F238E27FC236}">
                <a16:creationId xmlns:a16="http://schemas.microsoft.com/office/drawing/2014/main" id="{E9D78A33-4978-46D6-6CB5-880A1DCED4FC}"/>
              </a:ext>
            </a:extLst>
          </p:cNvPr>
          <p:cNvSpPr/>
          <p:nvPr/>
        </p:nvSpPr>
        <p:spPr>
          <a:xfrm>
            <a:off x="3815179" y="467481"/>
            <a:ext cx="1868906" cy="155207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SEGUE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2B66DF2-7950-9901-C5BA-1F99CE5525D0}"/>
              </a:ext>
            </a:extLst>
          </p:cNvPr>
          <p:cNvSpPr/>
          <p:nvPr/>
        </p:nvSpPr>
        <p:spPr>
          <a:xfrm>
            <a:off x="6132974" y="2963779"/>
            <a:ext cx="1524000" cy="930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UTENTI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C9C5E9A6-9D12-0EC3-7E63-F1CEB070777B}"/>
              </a:ext>
            </a:extLst>
          </p:cNvPr>
          <p:cNvSpPr/>
          <p:nvPr/>
        </p:nvSpPr>
        <p:spPr>
          <a:xfrm>
            <a:off x="8843214" y="236155"/>
            <a:ext cx="1524000" cy="930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POSTS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490E16A-6F61-15F3-8D53-85B608B7381F}"/>
              </a:ext>
            </a:extLst>
          </p:cNvPr>
          <p:cNvSpPr/>
          <p:nvPr/>
        </p:nvSpPr>
        <p:spPr>
          <a:xfrm>
            <a:off x="8712369" y="5733197"/>
            <a:ext cx="1524000" cy="930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STORIE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E2B38014-C1AE-7457-93AD-755A17E78282}"/>
              </a:ext>
            </a:extLst>
          </p:cNvPr>
          <p:cNvSpPr txBox="1"/>
          <p:nvPr/>
        </p:nvSpPr>
        <p:spPr>
          <a:xfrm>
            <a:off x="5082288" y="1650221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51A6815D-FEC9-9785-3B23-DF3F49C8FA1B}"/>
              </a:ext>
            </a:extLst>
          </p:cNvPr>
          <p:cNvSpPr txBox="1"/>
          <p:nvPr/>
        </p:nvSpPr>
        <p:spPr>
          <a:xfrm>
            <a:off x="3553632" y="1568922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27" name="Rombo 26">
            <a:extLst>
              <a:ext uri="{FF2B5EF4-FFF2-40B4-BE49-F238E27FC236}">
                <a16:creationId xmlns:a16="http://schemas.microsoft.com/office/drawing/2014/main" id="{A42B43A4-13F4-EC05-3B42-09C0670C07AD}"/>
              </a:ext>
            </a:extLst>
          </p:cNvPr>
          <p:cNvSpPr/>
          <p:nvPr/>
        </p:nvSpPr>
        <p:spPr>
          <a:xfrm>
            <a:off x="8064669" y="1562953"/>
            <a:ext cx="1524000" cy="123893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CREA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642B0666-0C82-63F0-AB07-7A5D39245934}"/>
              </a:ext>
            </a:extLst>
          </p:cNvPr>
          <p:cNvSpPr txBox="1"/>
          <p:nvPr/>
        </p:nvSpPr>
        <p:spPr>
          <a:xfrm>
            <a:off x="7613611" y="2718957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50F5FEBC-73A7-C4BE-3B5D-FE1D5C3E125B}"/>
              </a:ext>
            </a:extLst>
          </p:cNvPr>
          <p:cNvSpPr txBox="1"/>
          <p:nvPr/>
        </p:nvSpPr>
        <p:spPr>
          <a:xfrm>
            <a:off x="8160545" y="1243517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(1,1)</a:t>
            </a:r>
          </a:p>
        </p:txBody>
      </p:sp>
      <p:sp>
        <p:nvSpPr>
          <p:cNvPr id="44" name="Rombo 43">
            <a:extLst>
              <a:ext uri="{FF2B5EF4-FFF2-40B4-BE49-F238E27FC236}">
                <a16:creationId xmlns:a16="http://schemas.microsoft.com/office/drawing/2014/main" id="{F19BDBDA-1DE3-2216-EB5C-771A394F73C3}"/>
              </a:ext>
            </a:extLst>
          </p:cNvPr>
          <p:cNvSpPr/>
          <p:nvPr/>
        </p:nvSpPr>
        <p:spPr>
          <a:xfrm>
            <a:off x="9605214" y="1517437"/>
            <a:ext cx="1524000" cy="130560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LIKE</a:t>
            </a: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DFA07709-D487-514A-5D17-F042E6D35058}"/>
              </a:ext>
            </a:extLst>
          </p:cNvPr>
          <p:cNvSpPr txBox="1"/>
          <p:nvPr/>
        </p:nvSpPr>
        <p:spPr>
          <a:xfrm>
            <a:off x="9663490" y="3056532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76E50F2E-4884-C941-727C-2E574DC7DD26}"/>
              </a:ext>
            </a:extLst>
          </p:cNvPr>
          <p:cNvSpPr txBox="1"/>
          <p:nvPr/>
        </p:nvSpPr>
        <p:spPr>
          <a:xfrm>
            <a:off x="10376739" y="1148105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64" name="Rombo 63">
            <a:extLst>
              <a:ext uri="{FF2B5EF4-FFF2-40B4-BE49-F238E27FC236}">
                <a16:creationId xmlns:a16="http://schemas.microsoft.com/office/drawing/2014/main" id="{F1EFF055-3961-1661-890F-9DB18EC6CA98}"/>
              </a:ext>
            </a:extLst>
          </p:cNvPr>
          <p:cNvSpPr/>
          <p:nvPr/>
        </p:nvSpPr>
        <p:spPr>
          <a:xfrm>
            <a:off x="7950369" y="4183150"/>
            <a:ext cx="1524000" cy="123893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CREA</a:t>
            </a:r>
          </a:p>
        </p:txBody>
      </p:sp>
      <p:sp>
        <p:nvSpPr>
          <p:cNvPr id="66" name="Rombo 65">
            <a:extLst>
              <a:ext uri="{FF2B5EF4-FFF2-40B4-BE49-F238E27FC236}">
                <a16:creationId xmlns:a16="http://schemas.microsoft.com/office/drawing/2014/main" id="{43E1E870-0AA4-EAF2-0DEB-3D0F3B75ECF9}"/>
              </a:ext>
            </a:extLst>
          </p:cNvPr>
          <p:cNvSpPr/>
          <p:nvPr/>
        </p:nvSpPr>
        <p:spPr>
          <a:xfrm>
            <a:off x="9474369" y="4149812"/>
            <a:ext cx="1524000" cy="130560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LIKE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5FDCFBE0-CE5A-0EEC-CB26-90FB811A7289}"/>
              </a:ext>
            </a:extLst>
          </p:cNvPr>
          <p:cNvSpPr txBox="1"/>
          <p:nvPr/>
        </p:nvSpPr>
        <p:spPr>
          <a:xfrm>
            <a:off x="9588669" y="3698234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C3FB69EE-323B-9082-A0EE-BEBEF82B4392}"/>
              </a:ext>
            </a:extLst>
          </p:cNvPr>
          <p:cNvSpPr txBox="1"/>
          <p:nvPr/>
        </p:nvSpPr>
        <p:spPr>
          <a:xfrm>
            <a:off x="7582904" y="3882900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4CCAB12F-CB10-2C05-20AA-E35F6F814E72}"/>
              </a:ext>
            </a:extLst>
          </p:cNvPr>
          <p:cNvSpPr txBox="1"/>
          <p:nvPr/>
        </p:nvSpPr>
        <p:spPr>
          <a:xfrm>
            <a:off x="7959894" y="5430944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(1,1)</a:t>
            </a:r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34FEC9AC-BC7E-5B5A-4045-2CBF2B2ED33B}"/>
              </a:ext>
            </a:extLst>
          </p:cNvPr>
          <p:cNvSpPr txBox="1"/>
          <p:nvPr/>
        </p:nvSpPr>
        <p:spPr>
          <a:xfrm>
            <a:off x="10376739" y="5436928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74" name="Rettangolo 73">
            <a:extLst>
              <a:ext uri="{FF2B5EF4-FFF2-40B4-BE49-F238E27FC236}">
                <a16:creationId xmlns:a16="http://schemas.microsoft.com/office/drawing/2014/main" id="{B3E6B624-5D5D-CEC5-D1B0-FFB80EDC502B}"/>
              </a:ext>
            </a:extLst>
          </p:cNvPr>
          <p:cNvSpPr/>
          <p:nvPr/>
        </p:nvSpPr>
        <p:spPr>
          <a:xfrm>
            <a:off x="2836508" y="5592420"/>
            <a:ext cx="1524000" cy="930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MESSAGGI</a:t>
            </a:r>
          </a:p>
        </p:txBody>
      </p:sp>
      <p:cxnSp>
        <p:nvCxnSpPr>
          <p:cNvPr id="88" name="Connettore a gomito 87">
            <a:extLst>
              <a:ext uri="{FF2B5EF4-FFF2-40B4-BE49-F238E27FC236}">
                <a16:creationId xmlns:a16="http://schemas.microsoft.com/office/drawing/2014/main" id="{CD218625-65B2-2127-0923-F2AD5BEEB07F}"/>
              </a:ext>
            </a:extLst>
          </p:cNvPr>
          <p:cNvCxnSpPr>
            <a:endCxn id="27" idx="2"/>
          </p:cNvCxnSpPr>
          <p:nvPr/>
        </p:nvCxnSpPr>
        <p:spPr>
          <a:xfrm flipV="1">
            <a:off x="7656974" y="2801886"/>
            <a:ext cx="1169695" cy="302171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ttore a gomito 89">
            <a:extLst>
              <a:ext uri="{FF2B5EF4-FFF2-40B4-BE49-F238E27FC236}">
                <a16:creationId xmlns:a16="http://schemas.microsoft.com/office/drawing/2014/main" id="{F998B9A9-0898-02CE-AAD2-A24A6E2A74B6}"/>
              </a:ext>
            </a:extLst>
          </p:cNvPr>
          <p:cNvCxnSpPr>
            <a:endCxn id="44" idx="2"/>
          </p:cNvCxnSpPr>
          <p:nvPr/>
        </p:nvCxnSpPr>
        <p:spPr>
          <a:xfrm flipV="1">
            <a:off x="7656974" y="2823045"/>
            <a:ext cx="2710240" cy="60595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ttore a gomito 91">
            <a:extLst>
              <a:ext uri="{FF2B5EF4-FFF2-40B4-BE49-F238E27FC236}">
                <a16:creationId xmlns:a16="http://schemas.microsoft.com/office/drawing/2014/main" id="{34198D0C-8501-852D-A40E-6D6A00D6A8FC}"/>
              </a:ext>
            </a:extLst>
          </p:cNvPr>
          <p:cNvCxnSpPr>
            <a:endCxn id="66" idx="0"/>
          </p:cNvCxnSpPr>
          <p:nvPr/>
        </p:nvCxnSpPr>
        <p:spPr>
          <a:xfrm>
            <a:off x="7656974" y="3497800"/>
            <a:ext cx="2579395" cy="65201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ttore a gomito 93">
            <a:extLst>
              <a:ext uri="{FF2B5EF4-FFF2-40B4-BE49-F238E27FC236}">
                <a16:creationId xmlns:a16="http://schemas.microsoft.com/office/drawing/2014/main" id="{6BCA321F-67C2-E6D2-9ED1-BB3BDD11E2A3}"/>
              </a:ext>
            </a:extLst>
          </p:cNvPr>
          <p:cNvCxnSpPr>
            <a:stCxn id="64" idx="0"/>
          </p:cNvCxnSpPr>
          <p:nvPr/>
        </p:nvCxnSpPr>
        <p:spPr>
          <a:xfrm rot="16200000" flipV="1">
            <a:off x="8000006" y="3470786"/>
            <a:ext cx="369332" cy="105539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ttore a gomito 97">
            <a:extLst>
              <a:ext uri="{FF2B5EF4-FFF2-40B4-BE49-F238E27FC236}">
                <a16:creationId xmlns:a16="http://schemas.microsoft.com/office/drawing/2014/main" id="{4D4FC96B-A357-D1C3-EFCE-3CD6265DD213}"/>
              </a:ext>
            </a:extLst>
          </p:cNvPr>
          <p:cNvCxnSpPr>
            <a:stCxn id="27" idx="0"/>
          </p:cNvCxnSpPr>
          <p:nvPr/>
        </p:nvCxnSpPr>
        <p:spPr>
          <a:xfrm rot="5400000" flipH="1" flipV="1">
            <a:off x="8756452" y="1236814"/>
            <a:ext cx="396356" cy="25592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ttore a gomito 99">
            <a:extLst>
              <a:ext uri="{FF2B5EF4-FFF2-40B4-BE49-F238E27FC236}">
                <a16:creationId xmlns:a16="http://schemas.microsoft.com/office/drawing/2014/main" id="{09B9EB82-1F29-3007-A886-83E0A7F75B9E}"/>
              </a:ext>
            </a:extLst>
          </p:cNvPr>
          <p:cNvCxnSpPr>
            <a:stCxn id="44" idx="0"/>
          </p:cNvCxnSpPr>
          <p:nvPr/>
        </p:nvCxnSpPr>
        <p:spPr>
          <a:xfrm rot="16200000" flipV="1">
            <a:off x="10038631" y="1188853"/>
            <a:ext cx="329681" cy="327487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ttore a gomito 101">
            <a:extLst>
              <a:ext uri="{FF2B5EF4-FFF2-40B4-BE49-F238E27FC236}">
                <a16:creationId xmlns:a16="http://schemas.microsoft.com/office/drawing/2014/main" id="{DE1C4B06-FDD1-8CD8-D3E2-AF129EAE4475}"/>
              </a:ext>
            </a:extLst>
          </p:cNvPr>
          <p:cNvCxnSpPr>
            <a:stCxn id="64" idx="2"/>
          </p:cNvCxnSpPr>
          <p:nvPr/>
        </p:nvCxnSpPr>
        <p:spPr>
          <a:xfrm rot="16200000" flipH="1">
            <a:off x="8706674" y="5427777"/>
            <a:ext cx="311114" cy="29972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ttore a gomito 103">
            <a:extLst>
              <a:ext uri="{FF2B5EF4-FFF2-40B4-BE49-F238E27FC236}">
                <a16:creationId xmlns:a16="http://schemas.microsoft.com/office/drawing/2014/main" id="{4862830E-5D5B-7FFB-2699-986F6CD75E6B}"/>
              </a:ext>
            </a:extLst>
          </p:cNvPr>
          <p:cNvCxnSpPr>
            <a:stCxn id="66" idx="2"/>
          </p:cNvCxnSpPr>
          <p:nvPr/>
        </p:nvCxnSpPr>
        <p:spPr>
          <a:xfrm rot="5400000">
            <a:off x="10016656" y="5478493"/>
            <a:ext cx="242787" cy="19664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ombo 106">
            <a:extLst>
              <a:ext uri="{FF2B5EF4-FFF2-40B4-BE49-F238E27FC236}">
                <a16:creationId xmlns:a16="http://schemas.microsoft.com/office/drawing/2014/main" id="{61AD66AC-7670-36E3-7B42-3DCBB67A280D}"/>
              </a:ext>
            </a:extLst>
          </p:cNvPr>
          <p:cNvSpPr/>
          <p:nvPr/>
        </p:nvSpPr>
        <p:spPr>
          <a:xfrm>
            <a:off x="4626143" y="4465981"/>
            <a:ext cx="1524000" cy="123893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INVIA</a:t>
            </a:r>
          </a:p>
        </p:txBody>
      </p:sp>
      <p:sp>
        <p:nvSpPr>
          <p:cNvPr id="109" name="CasellaDiTesto 108">
            <a:extLst>
              <a:ext uri="{FF2B5EF4-FFF2-40B4-BE49-F238E27FC236}">
                <a16:creationId xmlns:a16="http://schemas.microsoft.com/office/drawing/2014/main" id="{52704262-DB6A-9077-A4DD-453CF73CF407}"/>
              </a:ext>
            </a:extLst>
          </p:cNvPr>
          <p:cNvSpPr txBox="1"/>
          <p:nvPr/>
        </p:nvSpPr>
        <p:spPr>
          <a:xfrm>
            <a:off x="5488154" y="4252232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cxnSp>
        <p:nvCxnSpPr>
          <p:cNvPr id="116" name="Connettore a gomito 115">
            <a:extLst>
              <a:ext uri="{FF2B5EF4-FFF2-40B4-BE49-F238E27FC236}">
                <a16:creationId xmlns:a16="http://schemas.microsoft.com/office/drawing/2014/main" id="{F90DA6B5-7533-1768-6998-8DCDA156F982}"/>
              </a:ext>
            </a:extLst>
          </p:cNvPr>
          <p:cNvCxnSpPr>
            <a:stCxn id="74" idx="3"/>
            <a:endCxn id="107" idx="2"/>
          </p:cNvCxnSpPr>
          <p:nvPr/>
        </p:nvCxnSpPr>
        <p:spPr>
          <a:xfrm flipV="1">
            <a:off x="4360508" y="5704914"/>
            <a:ext cx="1027635" cy="35272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CasellaDiTesto 128">
            <a:extLst>
              <a:ext uri="{FF2B5EF4-FFF2-40B4-BE49-F238E27FC236}">
                <a16:creationId xmlns:a16="http://schemas.microsoft.com/office/drawing/2014/main" id="{57CB4446-FEE7-F03A-84BE-CFF2491A3A6C}"/>
              </a:ext>
            </a:extLst>
          </p:cNvPr>
          <p:cNvSpPr txBox="1"/>
          <p:nvPr/>
        </p:nvSpPr>
        <p:spPr>
          <a:xfrm>
            <a:off x="4340392" y="5641885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(1,1)</a:t>
            </a:r>
          </a:p>
        </p:txBody>
      </p:sp>
      <p:cxnSp>
        <p:nvCxnSpPr>
          <p:cNvPr id="136" name="Connettore a gomito 135">
            <a:extLst>
              <a:ext uri="{FF2B5EF4-FFF2-40B4-BE49-F238E27FC236}">
                <a16:creationId xmlns:a16="http://schemas.microsoft.com/office/drawing/2014/main" id="{3177793E-53B5-F74F-D930-EB031AB98468}"/>
              </a:ext>
            </a:extLst>
          </p:cNvPr>
          <p:cNvCxnSpPr>
            <a:cxnSpLocks/>
            <a:stCxn id="107" idx="0"/>
          </p:cNvCxnSpPr>
          <p:nvPr/>
        </p:nvCxnSpPr>
        <p:spPr>
          <a:xfrm rot="5400000" flipH="1" flipV="1">
            <a:off x="5775045" y="3859277"/>
            <a:ext cx="219803" cy="99360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ttore diritto 139">
            <a:extLst>
              <a:ext uri="{FF2B5EF4-FFF2-40B4-BE49-F238E27FC236}">
                <a16:creationId xmlns:a16="http://schemas.microsoft.com/office/drawing/2014/main" id="{08BBDAFE-B3CB-1E05-414A-B1513AC6EB26}"/>
              </a:ext>
            </a:extLst>
          </p:cNvPr>
          <p:cNvCxnSpPr/>
          <p:nvPr/>
        </p:nvCxnSpPr>
        <p:spPr>
          <a:xfrm flipV="1">
            <a:off x="6381750" y="3882900"/>
            <a:ext cx="0" cy="369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ombo 148">
            <a:extLst>
              <a:ext uri="{FF2B5EF4-FFF2-40B4-BE49-F238E27FC236}">
                <a16:creationId xmlns:a16="http://schemas.microsoft.com/office/drawing/2014/main" id="{15372E89-05D8-C75B-A74A-E053075B09DA}"/>
              </a:ext>
            </a:extLst>
          </p:cNvPr>
          <p:cNvSpPr/>
          <p:nvPr/>
        </p:nvSpPr>
        <p:spPr>
          <a:xfrm>
            <a:off x="5853657" y="544457"/>
            <a:ext cx="1877050" cy="1461342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900" dirty="0"/>
              <a:t>COMMENTARE</a:t>
            </a:r>
          </a:p>
        </p:txBody>
      </p:sp>
      <p:sp>
        <p:nvSpPr>
          <p:cNvPr id="154" name="CasellaDiTesto 153">
            <a:extLst>
              <a:ext uri="{FF2B5EF4-FFF2-40B4-BE49-F238E27FC236}">
                <a16:creationId xmlns:a16="http://schemas.microsoft.com/office/drawing/2014/main" id="{F177CF75-4B94-18F2-237A-446FA3B44D7B}"/>
              </a:ext>
            </a:extLst>
          </p:cNvPr>
          <p:cNvSpPr txBox="1"/>
          <p:nvPr/>
        </p:nvSpPr>
        <p:spPr>
          <a:xfrm>
            <a:off x="6986189" y="2427155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155" name="CasellaDiTesto 154">
            <a:extLst>
              <a:ext uri="{FF2B5EF4-FFF2-40B4-BE49-F238E27FC236}">
                <a16:creationId xmlns:a16="http://schemas.microsoft.com/office/drawing/2014/main" id="{64ED3527-04DC-053B-C506-428C66621C2C}"/>
              </a:ext>
            </a:extLst>
          </p:cNvPr>
          <p:cNvSpPr txBox="1"/>
          <p:nvPr/>
        </p:nvSpPr>
        <p:spPr>
          <a:xfrm>
            <a:off x="8064033" y="263179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cxnSp>
        <p:nvCxnSpPr>
          <p:cNvPr id="158" name="Connettore a gomito 157">
            <a:extLst>
              <a:ext uri="{FF2B5EF4-FFF2-40B4-BE49-F238E27FC236}">
                <a16:creationId xmlns:a16="http://schemas.microsoft.com/office/drawing/2014/main" id="{9B22E38B-D3E8-1F50-A727-381B718E30DC}"/>
              </a:ext>
            </a:extLst>
          </p:cNvPr>
          <p:cNvCxnSpPr>
            <a:stCxn id="8" idx="0"/>
            <a:endCxn id="149" idx="2"/>
          </p:cNvCxnSpPr>
          <p:nvPr/>
        </p:nvCxnSpPr>
        <p:spPr>
          <a:xfrm rot="16200000" flipV="1">
            <a:off x="6364588" y="2433393"/>
            <a:ext cx="957980" cy="10279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ttore a gomito 159">
            <a:extLst>
              <a:ext uri="{FF2B5EF4-FFF2-40B4-BE49-F238E27FC236}">
                <a16:creationId xmlns:a16="http://schemas.microsoft.com/office/drawing/2014/main" id="{A2C6D119-B0C2-B106-3D3C-1DCBE071D06C}"/>
              </a:ext>
            </a:extLst>
          </p:cNvPr>
          <p:cNvCxnSpPr>
            <a:stCxn id="149" idx="3"/>
            <a:endCxn id="9" idx="1"/>
          </p:cNvCxnSpPr>
          <p:nvPr/>
        </p:nvCxnSpPr>
        <p:spPr>
          <a:xfrm flipV="1">
            <a:off x="7730707" y="701376"/>
            <a:ext cx="1112507" cy="57375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E345E96-D697-A22B-8369-AAC1960EE21F}"/>
              </a:ext>
            </a:extLst>
          </p:cNvPr>
          <p:cNvSpPr txBox="1"/>
          <p:nvPr/>
        </p:nvSpPr>
        <p:spPr>
          <a:xfrm>
            <a:off x="10571679" y="236155"/>
            <a:ext cx="1505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Id post</a:t>
            </a:r>
          </a:p>
          <a:p>
            <a:r>
              <a:rPr lang="it-IT" dirty="0"/>
              <a:t>Descrizione</a:t>
            </a:r>
          </a:p>
          <a:p>
            <a:r>
              <a:rPr lang="it-IT" dirty="0"/>
              <a:t>File post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FCF382D-D40B-70C3-D9F2-AFF205D2CAD6}"/>
              </a:ext>
            </a:extLst>
          </p:cNvPr>
          <p:cNvSpPr txBox="1"/>
          <p:nvPr/>
        </p:nvSpPr>
        <p:spPr>
          <a:xfrm>
            <a:off x="10245698" y="5855869"/>
            <a:ext cx="2220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Id storia</a:t>
            </a:r>
          </a:p>
          <a:p>
            <a:r>
              <a:rPr lang="it-IT" dirty="0"/>
              <a:t>Ora pubblicazione</a:t>
            </a:r>
          </a:p>
          <a:p>
            <a:r>
              <a:rPr lang="it-IT" dirty="0"/>
              <a:t>File storia</a:t>
            </a:r>
          </a:p>
          <a:p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CEB7CE9-04FF-ED8F-106A-B9C34355F602}"/>
              </a:ext>
            </a:extLst>
          </p:cNvPr>
          <p:cNvSpPr/>
          <p:nvPr/>
        </p:nvSpPr>
        <p:spPr>
          <a:xfrm>
            <a:off x="717599" y="4129835"/>
            <a:ext cx="1524000" cy="930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CHAT</a:t>
            </a:r>
          </a:p>
        </p:txBody>
      </p:sp>
      <p:sp>
        <p:nvSpPr>
          <p:cNvPr id="5" name="Rombo 4">
            <a:extLst>
              <a:ext uri="{FF2B5EF4-FFF2-40B4-BE49-F238E27FC236}">
                <a16:creationId xmlns:a16="http://schemas.microsoft.com/office/drawing/2014/main" id="{73760602-498C-15AE-647D-5520C9A7C8DA}"/>
              </a:ext>
            </a:extLst>
          </p:cNvPr>
          <p:cNvSpPr/>
          <p:nvPr/>
        </p:nvSpPr>
        <p:spPr>
          <a:xfrm>
            <a:off x="583796" y="2437065"/>
            <a:ext cx="1835632" cy="123893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/>
              <a:t>AVERE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FEF850D-DEC0-2E17-944B-D1D958DBD482}"/>
              </a:ext>
            </a:extLst>
          </p:cNvPr>
          <p:cNvSpPr txBox="1"/>
          <p:nvPr/>
        </p:nvSpPr>
        <p:spPr>
          <a:xfrm>
            <a:off x="2241599" y="2534291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 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BFFF025-1991-DE0B-FFCB-0AAE6792DAC0}"/>
              </a:ext>
            </a:extLst>
          </p:cNvPr>
          <p:cNvSpPr txBox="1"/>
          <p:nvPr/>
        </p:nvSpPr>
        <p:spPr>
          <a:xfrm>
            <a:off x="1808074" y="3608298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(1,N)</a:t>
            </a:r>
          </a:p>
        </p:txBody>
      </p:sp>
      <p:cxnSp>
        <p:nvCxnSpPr>
          <p:cNvPr id="12" name="Connettore a gomito 11">
            <a:extLst>
              <a:ext uri="{FF2B5EF4-FFF2-40B4-BE49-F238E27FC236}">
                <a16:creationId xmlns:a16="http://schemas.microsoft.com/office/drawing/2014/main" id="{8F06140B-1AC5-F0F5-0CE5-7F966EDD1C49}"/>
              </a:ext>
            </a:extLst>
          </p:cNvPr>
          <p:cNvCxnSpPr>
            <a:cxnSpLocks/>
          </p:cNvCxnSpPr>
          <p:nvPr/>
        </p:nvCxnSpPr>
        <p:spPr>
          <a:xfrm rot="16200000" flipV="1">
            <a:off x="4944974" y="1887428"/>
            <a:ext cx="1247234" cy="1142151"/>
          </a:xfrm>
          <a:prstGeom prst="bentConnector3">
            <a:avLst>
              <a:gd name="adj1" fmla="val -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a gomito 34">
            <a:extLst>
              <a:ext uri="{FF2B5EF4-FFF2-40B4-BE49-F238E27FC236}">
                <a16:creationId xmlns:a16="http://schemas.microsoft.com/office/drawing/2014/main" id="{0B41E30E-1CBE-2363-D0B4-6AD23A069411}"/>
              </a:ext>
            </a:extLst>
          </p:cNvPr>
          <p:cNvCxnSpPr/>
          <p:nvPr/>
        </p:nvCxnSpPr>
        <p:spPr>
          <a:xfrm rot="16200000" flipV="1">
            <a:off x="4275240" y="1383463"/>
            <a:ext cx="1888602" cy="1826867"/>
          </a:xfrm>
          <a:prstGeom prst="bentConnector3">
            <a:avLst>
              <a:gd name="adj1" fmla="val 350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a gomito 38">
            <a:extLst>
              <a:ext uri="{FF2B5EF4-FFF2-40B4-BE49-F238E27FC236}">
                <a16:creationId xmlns:a16="http://schemas.microsoft.com/office/drawing/2014/main" id="{DD56948E-A7D2-D512-7509-CC04E7AD8AD0}"/>
              </a:ext>
            </a:extLst>
          </p:cNvPr>
          <p:cNvCxnSpPr>
            <a:cxnSpLocks/>
            <a:stCxn id="8" idx="1"/>
            <a:endCxn id="5" idx="3"/>
          </p:cNvCxnSpPr>
          <p:nvPr/>
        </p:nvCxnSpPr>
        <p:spPr>
          <a:xfrm rot="10800000">
            <a:off x="2419428" y="3056532"/>
            <a:ext cx="3713546" cy="372468"/>
          </a:xfrm>
          <a:prstGeom prst="bentConnector3">
            <a:avLst>
              <a:gd name="adj1" fmla="val 534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a gomito 41">
            <a:extLst>
              <a:ext uri="{FF2B5EF4-FFF2-40B4-BE49-F238E27FC236}">
                <a16:creationId xmlns:a16="http://schemas.microsoft.com/office/drawing/2014/main" id="{EF87D66A-22BD-3F87-E692-8A8AED7E8843}"/>
              </a:ext>
            </a:extLst>
          </p:cNvPr>
          <p:cNvCxnSpPr>
            <a:stCxn id="5" idx="2"/>
            <a:endCxn id="4" idx="0"/>
          </p:cNvCxnSpPr>
          <p:nvPr/>
        </p:nvCxnSpPr>
        <p:spPr>
          <a:xfrm rot="5400000">
            <a:off x="1263688" y="3891910"/>
            <a:ext cx="453837" cy="2201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mbo 44">
            <a:extLst>
              <a:ext uri="{FF2B5EF4-FFF2-40B4-BE49-F238E27FC236}">
                <a16:creationId xmlns:a16="http://schemas.microsoft.com/office/drawing/2014/main" id="{963E6054-D7AB-6D0C-D590-AA37604B6D30}"/>
              </a:ext>
            </a:extLst>
          </p:cNvPr>
          <p:cNvSpPr/>
          <p:nvPr/>
        </p:nvSpPr>
        <p:spPr>
          <a:xfrm>
            <a:off x="2712410" y="3977630"/>
            <a:ext cx="1759132" cy="123893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APPARTIENE</a:t>
            </a:r>
            <a:endParaRPr lang="it-IT" dirty="0"/>
          </a:p>
        </p:txBody>
      </p:sp>
      <p:cxnSp>
        <p:nvCxnSpPr>
          <p:cNvPr id="54" name="Connettore a gomito 53">
            <a:extLst>
              <a:ext uri="{FF2B5EF4-FFF2-40B4-BE49-F238E27FC236}">
                <a16:creationId xmlns:a16="http://schemas.microsoft.com/office/drawing/2014/main" id="{FD3F9AB1-C21B-A301-1760-50D110119953}"/>
              </a:ext>
            </a:extLst>
          </p:cNvPr>
          <p:cNvCxnSpPr>
            <a:cxnSpLocks/>
            <a:stCxn id="45" idx="2"/>
            <a:endCxn id="74" idx="0"/>
          </p:cNvCxnSpPr>
          <p:nvPr/>
        </p:nvCxnSpPr>
        <p:spPr>
          <a:xfrm rot="16200000" flipH="1">
            <a:off x="3407314" y="5401225"/>
            <a:ext cx="375857" cy="653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a gomito 55">
            <a:extLst>
              <a:ext uri="{FF2B5EF4-FFF2-40B4-BE49-F238E27FC236}">
                <a16:creationId xmlns:a16="http://schemas.microsoft.com/office/drawing/2014/main" id="{645F1EF0-658B-5AB8-BCD5-4D4D5C1E4EB2}"/>
              </a:ext>
            </a:extLst>
          </p:cNvPr>
          <p:cNvCxnSpPr>
            <a:cxnSpLocks/>
            <a:stCxn id="45" idx="1"/>
            <a:endCxn id="4" idx="3"/>
          </p:cNvCxnSpPr>
          <p:nvPr/>
        </p:nvCxnSpPr>
        <p:spPr>
          <a:xfrm rot="10800000">
            <a:off x="2241600" y="4595057"/>
            <a:ext cx="470811" cy="204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EDC03A37-530B-DA74-5E5A-2BBB32D3F14C}"/>
              </a:ext>
            </a:extLst>
          </p:cNvPr>
          <p:cNvSpPr txBox="1"/>
          <p:nvPr/>
        </p:nvSpPr>
        <p:spPr>
          <a:xfrm>
            <a:off x="3736088" y="5116561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(1,1)</a:t>
            </a: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BFE546C3-B32F-86DD-11B0-68F2E5AAC98E}"/>
              </a:ext>
            </a:extLst>
          </p:cNvPr>
          <p:cNvSpPr txBox="1"/>
          <p:nvPr/>
        </p:nvSpPr>
        <p:spPr>
          <a:xfrm>
            <a:off x="2247772" y="4101677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(1,N)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81E6B9F-08A1-57B8-266D-B2DA4A3E7192}"/>
              </a:ext>
            </a:extLst>
          </p:cNvPr>
          <p:cNvSpPr txBox="1"/>
          <p:nvPr/>
        </p:nvSpPr>
        <p:spPr>
          <a:xfrm>
            <a:off x="6379510" y="3991270"/>
            <a:ext cx="15053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Id utente</a:t>
            </a:r>
          </a:p>
          <a:p>
            <a:r>
              <a:rPr lang="it-IT" dirty="0"/>
              <a:t>Nome</a:t>
            </a:r>
          </a:p>
          <a:p>
            <a:r>
              <a:rPr lang="it-IT" dirty="0"/>
              <a:t>Cognome</a:t>
            </a:r>
          </a:p>
          <a:p>
            <a:r>
              <a:rPr lang="it-IT" dirty="0" err="1"/>
              <a:t>pswc</a:t>
            </a:r>
            <a:endParaRPr lang="it-IT" dirty="0"/>
          </a:p>
          <a:p>
            <a:r>
              <a:rPr lang="it-IT" dirty="0" err="1"/>
              <a:t>Bio</a:t>
            </a:r>
            <a:endParaRPr lang="it-IT" dirty="0"/>
          </a:p>
          <a:p>
            <a:r>
              <a:rPr lang="it-IT" dirty="0"/>
              <a:t>Data nascita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568F667-2CE4-29DD-C19E-52D3F9528857}"/>
              </a:ext>
            </a:extLst>
          </p:cNvPr>
          <p:cNvSpPr txBox="1"/>
          <p:nvPr/>
        </p:nvSpPr>
        <p:spPr>
          <a:xfrm>
            <a:off x="1479599" y="5736753"/>
            <a:ext cx="15053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Id mess</a:t>
            </a:r>
          </a:p>
          <a:p>
            <a:r>
              <a:rPr lang="it-IT" dirty="0"/>
              <a:t>tipo</a:t>
            </a:r>
          </a:p>
          <a:p>
            <a:r>
              <a:rPr lang="it-IT" dirty="0"/>
              <a:t>Dati</a:t>
            </a:r>
            <a:br>
              <a:rPr lang="it-IT" dirty="0"/>
            </a:br>
            <a:r>
              <a:rPr lang="it-IT" dirty="0"/>
              <a:t>testo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BEB2FB1-D86A-5306-7C09-52DBB6C0868C}"/>
              </a:ext>
            </a:extLst>
          </p:cNvPr>
          <p:cNvSpPr txBox="1"/>
          <p:nvPr/>
        </p:nvSpPr>
        <p:spPr>
          <a:xfrm>
            <a:off x="155553" y="5087887"/>
            <a:ext cx="1505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Id chat</a:t>
            </a:r>
          </a:p>
          <a:p>
            <a:r>
              <a:rPr lang="it-IT" dirty="0"/>
              <a:t>Foto sfondo</a:t>
            </a:r>
          </a:p>
          <a:p>
            <a:r>
              <a:rPr lang="it-IT" dirty="0"/>
              <a:t>foto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A3D28DE-4CB6-14FE-CB73-FC2E7DB3239D}"/>
              </a:ext>
            </a:extLst>
          </p:cNvPr>
          <p:cNvSpPr txBox="1"/>
          <p:nvPr/>
        </p:nvSpPr>
        <p:spPr>
          <a:xfrm>
            <a:off x="456506" y="236155"/>
            <a:ext cx="3258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UTENTI</a:t>
            </a:r>
          </a:p>
        </p:txBody>
      </p:sp>
    </p:spTree>
    <p:extLst>
      <p:ext uri="{BB962C8B-B14F-4D97-AF65-F5344CB8AC3E}">
        <p14:creationId xmlns:p14="http://schemas.microsoft.com/office/powerpoint/2010/main" val="1353566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D1D28-2CE1-58C6-34EE-4804A8DE7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mbo 6">
            <a:extLst>
              <a:ext uri="{FF2B5EF4-FFF2-40B4-BE49-F238E27FC236}">
                <a16:creationId xmlns:a16="http://schemas.microsoft.com/office/drawing/2014/main" id="{91ECEA2B-9A39-4F9D-403F-A01FA9700BB0}"/>
              </a:ext>
            </a:extLst>
          </p:cNvPr>
          <p:cNvSpPr/>
          <p:nvPr/>
        </p:nvSpPr>
        <p:spPr>
          <a:xfrm>
            <a:off x="3815179" y="467481"/>
            <a:ext cx="1868906" cy="155207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SEGUE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080517D-DE62-469F-5AFE-2F4813CE0F16}"/>
              </a:ext>
            </a:extLst>
          </p:cNvPr>
          <p:cNvSpPr/>
          <p:nvPr/>
        </p:nvSpPr>
        <p:spPr>
          <a:xfrm>
            <a:off x="6132974" y="2963779"/>
            <a:ext cx="1524000" cy="930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UTENTI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30C1E06E-1245-23D9-B95C-AC5087CF4D6F}"/>
              </a:ext>
            </a:extLst>
          </p:cNvPr>
          <p:cNvSpPr/>
          <p:nvPr/>
        </p:nvSpPr>
        <p:spPr>
          <a:xfrm>
            <a:off x="8843214" y="236155"/>
            <a:ext cx="1524000" cy="930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POSTS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15BE80B2-8A84-55DB-A337-675E18161230}"/>
              </a:ext>
            </a:extLst>
          </p:cNvPr>
          <p:cNvSpPr/>
          <p:nvPr/>
        </p:nvSpPr>
        <p:spPr>
          <a:xfrm>
            <a:off x="8712369" y="5733197"/>
            <a:ext cx="1524000" cy="930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STORIE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F2B6BAED-508A-8FBA-77AB-CFE0C7CCE10C}"/>
              </a:ext>
            </a:extLst>
          </p:cNvPr>
          <p:cNvSpPr txBox="1"/>
          <p:nvPr/>
        </p:nvSpPr>
        <p:spPr>
          <a:xfrm>
            <a:off x="5082288" y="1650221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933A3683-2012-B4E1-940A-334A356702AE}"/>
              </a:ext>
            </a:extLst>
          </p:cNvPr>
          <p:cNvSpPr txBox="1"/>
          <p:nvPr/>
        </p:nvSpPr>
        <p:spPr>
          <a:xfrm>
            <a:off x="3553632" y="1568922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27" name="Rombo 26">
            <a:extLst>
              <a:ext uri="{FF2B5EF4-FFF2-40B4-BE49-F238E27FC236}">
                <a16:creationId xmlns:a16="http://schemas.microsoft.com/office/drawing/2014/main" id="{2EAA25F8-E832-EEA2-E8E5-C93936DB679A}"/>
              </a:ext>
            </a:extLst>
          </p:cNvPr>
          <p:cNvSpPr/>
          <p:nvPr/>
        </p:nvSpPr>
        <p:spPr>
          <a:xfrm>
            <a:off x="8064669" y="1562953"/>
            <a:ext cx="1524000" cy="123893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CREA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0E45A1E0-0677-28B3-CC55-B99D98F7FD22}"/>
              </a:ext>
            </a:extLst>
          </p:cNvPr>
          <p:cNvSpPr txBox="1"/>
          <p:nvPr/>
        </p:nvSpPr>
        <p:spPr>
          <a:xfrm>
            <a:off x="7613611" y="2718957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0709C05C-C6AC-B09D-DB37-5E129B529D44}"/>
              </a:ext>
            </a:extLst>
          </p:cNvPr>
          <p:cNvSpPr txBox="1"/>
          <p:nvPr/>
        </p:nvSpPr>
        <p:spPr>
          <a:xfrm>
            <a:off x="8160545" y="1243517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(1,1)</a:t>
            </a:r>
          </a:p>
        </p:txBody>
      </p:sp>
      <p:sp>
        <p:nvSpPr>
          <p:cNvPr id="44" name="Rombo 43">
            <a:extLst>
              <a:ext uri="{FF2B5EF4-FFF2-40B4-BE49-F238E27FC236}">
                <a16:creationId xmlns:a16="http://schemas.microsoft.com/office/drawing/2014/main" id="{CBF2AF33-3A06-EDE5-D4AB-F3906C14EF7B}"/>
              </a:ext>
            </a:extLst>
          </p:cNvPr>
          <p:cNvSpPr/>
          <p:nvPr/>
        </p:nvSpPr>
        <p:spPr>
          <a:xfrm>
            <a:off x="9605214" y="1517437"/>
            <a:ext cx="1524000" cy="130560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LIKE</a:t>
            </a: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582D9840-FE4B-F4FC-F0F6-716EABF5F733}"/>
              </a:ext>
            </a:extLst>
          </p:cNvPr>
          <p:cNvSpPr txBox="1"/>
          <p:nvPr/>
        </p:nvSpPr>
        <p:spPr>
          <a:xfrm>
            <a:off x="9663490" y="3056532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D672F983-0D8D-1398-D1F1-E9D0C8896E99}"/>
              </a:ext>
            </a:extLst>
          </p:cNvPr>
          <p:cNvSpPr txBox="1"/>
          <p:nvPr/>
        </p:nvSpPr>
        <p:spPr>
          <a:xfrm>
            <a:off x="10376739" y="1148105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64" name="Rombo 63">
            <a:extLst>
              <a:ext uri="{FF2B5EF4-FFF2-40B4-BE49-F238E27FC236}">
                <a16:creationId xmlns:a16="http://schemas.microsoft.com/office/drawing/2014/main" id="{089BB55C-B2DE-F1CF-D507-9C9F646250E5}"/>
              </a:ext>
            </a:extLst>
          </p:cNvPr>
          <p:cNvSpPr/>
          <p:nvPr/>
        </p:nvSpPr>
        <p:spPr>
          <a:xfrm>
            <a:off x="7950369" y="4183150"/>
            <a:ext cx="1524000" cy="123893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CREA</a:t>
            </a:r>
          </a:p>
        </p:txBody>
      </p:sp>
      <p:sp>
        <p:nvSpPr>
          <p:cNvPr id="66" name="Rombo 65">
            <a:extLst>
              <a:ext uri="{FF2B5EF4-FFF2-40B4-BE49-F238E27FC236}">
                <a16:creationId xmlns:a16="http://schemas.microsoft.com/office/drawing/2014/main" id="{E40535DB-AA38-6A10-C70C-01A0D53A2E27}"/>
              </a:ext>
            </a:extLst>
          </p:cNvPr>
          <p:cNvSpPr/>
          <p:nvPr/>
        </p:nvSpPr>
        <p:spPr>
          <a:xfrm>
            <a:off x="9474369" y="4149812"/>
            <a:ext cx="1524000" cy="130560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LIKE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829D888C-AFAB-CF66-F0F9-F860BB2F1B46}"/>
              </a:ext>
            </a:extLst>
          </p:cNvPr>
          <p:cNvSpPr txBox="1"/>
          <p:nvPr/>
        </p:nvSpPr>
        <p:spPr>
          <a:xfrm>
            <a:off x="9588669" y="3698234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39CB2DF7-6479-8152-38A6-008CC1F65837}"/>
              </a:ext>
            </a:extLst>
          </p:cNvPr>
          <p:cNvSpPr txBox="1"/>
          <p:nvPr/>
        </p:nvSpPr>
        <p:spPr>
          <a:xfrm>
            <a:off x="7582904" y="3882900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5FDE005F-5991-D116-EC69-42CAFF5B49C0}"/>
              </a:ext>
            </a:extLst>
          </p:cNvPr>
          <p:cNvSpPr txBox="1"/>
          <p:nvPr/>
        </p:nvSpPr>
        <p:spPr>
          <a:xfrm>
            <a:off x="7959894" y="5430944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(1,1)</a:t>
            </a:r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618F1311-3E72-B287-BD9E-6FA9EBFA3A59}"/>
              </a:ext>
            </a:extLst>
          </p:cNvPr>
          <p:cNvSpPr txBox="1"/>
          <p:nvPr/>
        </p:nvSpPr>
        <p:spPr>
          <a:xfrm>
            <a:off x="10376739" y="5436928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74" name="Rettangolo 73">
            <a:extLst>
              <a:ext uri="{FF2B5EF4-FFF2-40B4-BE49-F238E27FC236}">
                <a16:creationId xmlns:a16="http://schemas.microsoft.com/office/drawing/2014/main" id="{E8B29874-8FE4-0070-A238-A9BC295668F5}"/>
              </a:ext>
            </a:extLst>
          </p:cNvPr>
          <p:cNvSpPr/>
          <p:nvPr/>
        </p:nvSpPr>
        <p:spPr>
          <a:xfrm>
            <a:off x="2836508" y="5592420"/>
            <a:ext cx="1524000" cy="930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MESSAGGI</a:t>
            </a:r>
          </a:p>
        </p:txBody>
      </p:sp>
      <p:cxnSp>
        <p:nvCxnSpPr>
          <p:cNvPr id="88" name="Connettore a gomito 87">
            <a:extLst>
              <a:ext uri="{FF2B5EF4-FFF2-40B4-BE49-F238E27FC236}">
                <a16:creationId xmlns:a16="http://schemas.microsoft.com/office/drawing/2014/main" id="{7F4AC4F6-186E-2F4E-5C22-B6F3F3B9A4BA}"/>
              </a:ext>
            </a:extLst>
          </p:cNvPr>
          <p:cNvCxnSpPr>
            <a:endCxn id="27" idx="2"/>
          </p:cNvCxnSpPr>
          <p:nvPr/>
        </p:nvCxnSpPr>
        <p:spPr>
          <a:xfrm flipV="1">
            <a:off x="7656974" y="2801886"/>
            <a:ext cx="1169695" cy="302171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ttore a gomito 89">
            <a:extLst>
              <a:ext uri="{FF2B5EF4-FFF2-40B4-BE49-F238E27FC236}">
                <a16:creationId xmlns:a16="http://schemas.microsoft.com/office/drawing/2014/main" id="{E5CE148D-30C5-D9A8-3095-8DC546EF93CA}"/>
              </a:ext>
            </a:extLst>
          </p:cNvPr>
          <p:cNvCxnSpPr>
            <a:endCxn id="44" idx="2"/>
          </p:cNvCxnSpPr>
          <p:nvPr/>
        </p:nvCxnSpPr>
        <p:spPr>
          <a:xfrm flipV="1">
            <a:off x="7656974" y="2823045"/>
            <a:ext cx="2710240" cy="60595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ttore a gomito 91">
            <a:extLst>
              <a:ext uri="{FF2B5EF4-FFF2-40B4-BE49-F238E27FC236}">
                <a16:creationId xmlns:a16="http://schemas.microsoft.com/office/drawing/2014/main" id="{9ADD72A6-D926-281C-AB82-16E333566CF7}"/>
              </a:ext>
            </a:extLst>
          </p:cNvPr>
          <p:cNvCxnSpPr>
            <a:endCxn id="66" idx="0"/>
          </p:cNvCxnSpPr>
          <p:nvPr/>
        </p:nvCxnSpPr>
        <p:spPr>
          <a:xfrm>
            <a:off x="7656974" y="3497800"/>
            <a:ext cx="2579395" cy="65201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ttore a gomito 93">
            <a:extLst>
              <a:ext uri="{FF2B5EF4-FFF2-40B4-BE49-F238E27FC236}">
                <a16:creationId xmlns:a16="http://schemas.microsoft.com/office/drawing/2014/main" id="{E819FD32-A6D2-2260-03C9-010D3131EF58}"/>
              </a:ext>
            </a:extLst>
          </p:cNvPr>
          <p:cNvCxnSpPr>
            <a:stCxn id="64" idx="0"/>
          </p:cNvCxnSpPr>
          <p:nvPr/>
        </p:nvCxnSpPr>
        <p:spPr>
          <a:xfrm rot="16200000" flipV="1">
            <a:off x="8000006" y="3470786"/>
            <a:ext cx="369332" cy="105539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ttore a gomito 97">
            <a:extLst>
              <a:ext uri="{FF2B5EF4-FFF2-40B4-BE49-F238E27FC236}">
                <a16:creationId xmlns:a16="http://schemas.microsoft.com/office/drawing/2014/main" id="{BA2DE48F-ABB2-2990-3A15-A45D544C1771}"/>
              </a:ext>
            </a:extLst>
          </p:cNvPr>
          <p:cNvCxnSpPr>
            <a:stCxn id="27" idx="0"/>
          </p:cNvCxnSpPr>
          <p:nvPr/>
        </p:nvCxnSpPr>
        <p:spPr>
          <a:xfrm rot="5400000" flipH="1" flipV="1">
            <a:off x="8756452" y="1236814"/>
            <a:ext cx="396356" cy="25592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ttore a gomito 99">
            <a:extLst>
              <a:ext uri="{FF2B5EF4-FFF2-40B4-BE49-F238E27FC236}">
                <a16:creationId xmlns:a16="http://schemas.microsoft.com/office/drawing/2014/main" id="{CD52D3A3-E1C2-E3ED-CADD-E0D528330EB6}"/>
              </a:ext>
            </a:extLst>
          </p:cNvPr>
          <p:cNvCxnSpPr>
            <a:stCxn id="44" idx="0"/>
          </p:cNvCxnSpPr>
          <p:nvPr/>
        </p:nvCxnSpPr>
        <p:spPr>
          <a:xfrm rot="16200000" flipV="1">
            <a:off x="10038631" y="1188853"/>
            <a:ext cx="329681" cy="327487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ttore a gomito 101">
            <a:extLst>
              <a:ext uri="{FF2B5EF4-FFF2-40B4-BE49-F238E27FC236}">
                <a16:creationId xmlns:a16="http://schemas.microsoft.com/office/drawing/2014/main" id="{4A02336A-9337-BD2C-2342-DB4A47B905D4}"/>
              </a:ext>
            </a:extLst>
          </p:cNvPr>
          <p:cNvCxnSpPr>
            <a:stCxn id="64" idx="2"/>
          </p:cNvCxnSpPr>
          <p:nvPr/>
        </p:nvCxnSpPr>
        <p:spPr>
          <a:xfrm rot="16200000" flipH="1">
            <a:off x="8706674" y="5427777"/>
            <a:ext cx="311114" cy="29972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ttore a gomito 103">
            <a:extLst>
              <a:ext uri="{FF2B5EF4-FFF2-40B4-BE49-F238E27FC236}">
                <a16:creationId xmlns:a16="http://schemas.microsoft.com/office/drawing/2014/main" id="{581498EC-9D97-A501-5B53-DEE96526E470}"/>
              </a:ext>
            </a:extLst>
          </p:cNvPr>
          <p:cNvCxnSpPr>
            <a:stCxn id="66" idx="2"/>
          </p:cNvCxnSpPr>
          <p:nvPr/>
        </p:nvCxnSpPr>
        <p:spPr>
          <a:xfrm rot="5400000">
            <a:off x="10016656" y="5478493"/>
            <a:ext cx="242787" cy="19664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ombo 106">
            <a:extLst>
              <a:ext uri="{FF2B5EF4-FFF2-40B4-BE49-F238E27FC236}">
                <a16:creationId xmlns:a16="http://schemas.microsoft.com/office/drawing/2014/main" id="{81A98CDB-0CF2-7375-054A-FA520F93F09D}"/>
              </a:ext>
            </a:extLst>
          </p:cNvPr>
          <p:cNvSpPr/>
          <p:nvPr/>
        </p:nvSpPr>
        <p:spPr>
          <a:xfrm>
            <a:off x="4626143" y="4465981"/>
            <a:ext cx="1524000" cy="123893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INVIA</a:t>
            </a:r>
          </a:p>
        </p:txBody>
      </p:sp>
      <p:sp>
        <p:nvSpPr>
          <p:cNvPr id="109" name="CasellaDiTesto 108">
            <a:extLst>
              <a:ext uri="{FF2B5EF4-FFF2-40B4-BE49-F238E27FC236}">
                <a16:creationId xmlns:a16="http://schemas.microsoft.com/office/drawing/2014/main" id="{504CA159-C5C7-62C3-FC14-6C2744A1328C}"/>
              </a:ext>
            </a:extLst>
          </p:cNvPr>
          <p:cNvSpPr txBox="1"/>
          <p:nvPr/>
        </p:nvSpPr>
        <p:spPr>
          <a:xfrm>
            <a:off x="5488154" y="4252232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cxnSp>
        <p:nvCxnSpPr>
          <p:cNvPr id="116" name="Connettore a gomito 115">
            <a:extLst>
              <a:ext uri="{FF2B5EF4-FFF2-40B4-BE49-F238E27FC236}">
                <a16:creationId xmlns:a16="http://schemas.microsoft.com/office/drawing/2014/main" id="{0FE115CC-3306-D7EB-90DD-74F6546E142B}"/>
              </a:ext>
            </a:extLst>
          </p:cNvPr>
          <p:cNvCxnSpPr>
            <a:stCxn id="74" idx="3"/>
            <a:endCxn id="107" idx="2"/>
          </p:cNvCxnSpPr>
          <p:nvPr/>
        </p:nvCxnSpPr>
        <p:spPr>
          <a:xfrm flipV="1">
            <a:off x="4360508" y="5704914"/>
            <a:ext cx="1027635" cy="35272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CasellaDiTesto 128">
            <a:extLst>
              <a:ext uri="{FF2B5EF4-FFF2-40B4-BE49-F238E27FC236}">
                <a16:creationId xmlns:a16="http://schemas.microsoft.com/office/drawing/2014/main" id="{FA03E638-7FA7-D725-E0A4-38027CD7F576}"/>
              </a:ext>
            </a:extLst>
          </p:cNvPr>
          <p:cNvSpPr txBox="1"/>
          <p:nvPr/>
        </p:nvSpPr>
        <p:spPr>
          <a:xfrm>
            <a:off x="4340392" y="5641885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(1,1)</a:t>
            </a:r>
          </a:p>
        </p:txBody>
      </p:sp>
      <p:cxnSp>
        <p:nvCxnSpPr>
          <p:cNvPr id="136" name="Connettore a gomito 135">
            <a:extLst>
              <a:ext uri="{FF2B5EF4-FFF2-40B4-BE49-F238E27FC236}">
                <a16:creationId xmlns:a16="http://schemas.microsoft.com/office/drawing/2014/main" id="{87BD7EFB-7277-8ED8-C268-FDE1826CF6FA}"/>
              </a:ext>
            </a:extLst>
          </p:cNvPr>
          <p:cNvCxnSpPr>
            <a:cxnSpLocks/>
            <a:stCxn id="107" idx="0"/>
          </p:cNvCxnSpPr>
          <p:nvPr/>
        </p:nvCxnSpPr>
        <p:spPr>
          <a:xfrm rot="5400000" flipH="1" flipV="1">
            <a:off x="5775045" y="3859277"/>
            <a:ext cx="219803" cy="99360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ttore diritto 139">
            <a:extLst>
              <a:ext uri="{FF2B5EF4-FFF2-40B4-BE49-F238E27FC236}">
                <a16:creationId xmlns:a16="http://schemas.microsoft.com/office/drawing/2014/main" id="{B28C9E98-734E-DAA0-BEFD-941E3662FC6F}"/>
              </a:ext>
            </a:extLst>
          </p:cNvPr>
          <p:cNvCxnSpPr/>
          <p:nvPr/>
        </p:nvCxnSpPr>
        <p:spPr>
          <a:xfrm flipV="1">
            <a:off x="6381750" y="3882900"/>
            <a:ext cx="0" cy="369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ombo 148">
            <a:extLst>
              <a:ext uri="{FF2B5EF4-FFF2-40B4-BE49-F238E27FC236}">
                <a16:creationId xmlns:a16="http://schemas.microsoft.com/office/drawing/2014/main" id="{4F39E481-0D4B-E0C7-C629-3B16E9F61F51}"/>
              </a:ext>
            </a:extLst>
          </p:cNvPr>
          <p:cNvSpPr/>
          <p:nvPr/>
        </p:nvSpPr>
        <p:spPr>
          <a:xfrm>
            <a:off x="5853657" y="544457"/>
            <a:ext cx="1877050" cy="1461342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900" dirty="0"/>
              <a:t>COMMENTARE</a:t>
            </a:r>
          </a:p>
        </p:txBody>
      </p:sp>
      <p:sp>
        <p:nvSpPr>
          <p:cNvPr id="154" name="CasellaDiTesto 153">
            <a:extLst>
              <a:ext uri="{FF2B5EF4-FFF2-40B4-BE49-F238E27FC236}">
                <a16:creationId xmlns:a16="http://schemas.microsoft.com/office/drawing/2014/main" id="{A86D3A5A-6224-3B22-EFA0-64438BC4EBA1}"/>
              </a:ext>
            </a:extLst>
          </p:cNvPr>
          <p:cNvSpPr txBox="1"/>
          <p:nvPr/>
        </p:nvSpPr>
        <p:spPr>
          <a:xfrm>
            <a:off x="6986189" y="2427155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sp>
        <p:nvSpPr>
          <p:cNvPr id="155" name="CasellaDiTesto 154">
            <a:extLst>
              <a:ext uri="{FF2B5EF4-FFF2-40B4-BE49-F238E27FC236}">
                <a16:creationId xmlns:a16="http://schemas.microsoft.com/office/drawing/2014/main" id="{4D15368D-CE8B-4C52-FA47-160D7D0C5200}"/>
              </a:ext>
            </a:extLst>
          </p:cNvPr>
          <p:cNvSpPr txBox="1"/>
          <p:nvPr/>
        </p:nvSpPr>
        <p:spPr>
          <a:xfrm>
            <a:off x="8064033" y="263179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</a:t>
            </a:r>
          </a:p>
        </p:txBody>
      </p:sp>
      <p:cxnSp>
        <p:nvCxnSpPr>
          <p:cNvPr id="158" name="Connettore a gomito 157">
            <a:extLst>
              <a:ext uri="{FF2B5EF4-FFF2-40B4-BE49-F238E27FC236}">
                <a16:creationId xmlns:a16="http://schemas.microsoft.com/office/drawing/2014/main" id="{1C6CA584-6778-748D-80F6-190A80796B62}"/>
              </a:ext>
            </a:extLst>
          </p:cNvPr>
          <p:cNvCxnSpPr>
            <a:stCxn id="8" idx="0"/>
            <a:endCxn id="149" idx="2"/>
          </p:cNvCxnSpPr>
          <p:nvPr/>
        </p:nvCxnSpPr>
        <p:spPr>
          <a:xfrm rot="16200000" flipV="1">
            <a:off x="6364588" y="2433393"/>
            <a:ext cx="957980" cy="10279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ttore a gomito 159">
            <a:extLst>
              <a:ext uri="{FF2B5EF4-FFF2-40B4-BE49-F238E27FC236}">
                <a16:creationId xmlns:a16="http://schemas.microsoft.com/office/drawing/2014/main" id="{E131C127-9E2D-B3B1-8549-E6D5FA811197}"/>
              </a:ext>
            </a:extLst>
          </p:cNvPr>
          <p:cNvCxnSpPr>
            <a:stCxn id="149" idx="3"/>
            <a:endCxn id="9" idx="1"/>
          </p:cNvCxnSpPr>
          <p:nvPr/>
        </p:nvCxnSpPr>
        <p:spPr>
          <a:xfrm flipV="1">
            <a:off x="7730707" y="701376"/>
            <a:ext cx="1112507" cy="57375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CasellaDiTesto 162">
            <a:extLst>
              <a:ext uri="{FF2B5EF4-FFF2-40B4-BE49-F238E27FC236}">
                <a16:creationId xmlns:a16="http://schemas.microsoft.com/office/drawing/2014/main" id="{FFB8DD06-7558-3616-054E-547F719D2903}"/>
              </a:ext>
            </a:extLst>
          </p:cNvPr>
          <p:cNvSpPr txBox="1"/>
          <p:nvPr/>
        </p:nvSpPr>
        <p:spPr>
          <a:xfrm>
            <a:off x="456506" y="236155"/>
            <a:ext cx="32584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VERSIONE SEMPLIFICATA </a:t>
            </a:r>
            <a:br>
              <a:rPr lang="it-IT" dirty="0"/>
            </a:br>
            <a:r>
              <a:rPr lang="it-IT" dirty="0"/>
              <a:t>manca: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risposte alle storie nei messaggi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Commentare i commenti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Condivisione post nei messaggi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5A2987F9-BF8F-0A24-7F5C-C52B9DAACEAF}"/>
              </a:ext>
            </a:extLst>
          </p:cNvPr>
          <p:cNvSpPr/>
          <p:nvPr/>
        </p:nvSpPr>
        <p:spPr>
          <a:xfrm>
            <a:off x="717599" y="4129835"/>
            <a:ext cx="1524000" cy="930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CHAT</a:t>
            </a:r>
          </a:p>
        </p:txBody>
      </p:sp>
      <p:sp>
        <p:nvSpPr>
          <p:cNvPr id="5" name="Rombo 4">
            <a:extLst>
              <a:ext uri="{FF2B5EF4-FFF2-40B4-BE49-F238E27FC236}">
                <a16:creationId xmlns:a16="http://schemas.microsoft.com/office/drawing/2014/main" id="{DA0D6EC5-1682-36EF-5BB5-D304AA710756}"/>
              </a:ext>
            </a:extLst>
          </p:cNvPr>
          <p:cNvSpPr/>
          <p:nvPr/>
        </p:nvSpPr>
        <p:spPr>
          <a:xfrm>
            <a:off x="583796" y="2437065"/>
            <a:ext cx="1835632" cy="123893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/>
              <a:t>AVERE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7A96701-53AB-807B-C75C-D8F415CC8A43}"/>
              </a:ext>
            </a:extLst>
          </p:cNvPr>
          <p:cNvSpPr txBox="1"/>
          <p:nvPr/>
        </p:nvSpPr>
        <p:spPr>
          <a:xfrm>
            <a:off x="2241599" y="2534291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(0,N) 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E3EA76F-F229-2532-7AB6-BF8713107FDC}"/>
              </a:ext>
            </a:extLst>
          </p:cNvPr>
          <p:cNvSpPr txBox="1"/>
          <p:nvPr/>
        </p:nvSpPr>
        <p:spPr>
          <a:xfrm>
            <a:off x="1808074" y="3608298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(1,N)</a:t>
            </a:r>
          </a:p>
        </p:txBody>
      </p:sp>
      <p:cxnSp>
        <p:nvCxnSpPr>
          <p:cNvPr id="12" name="Connettore a gomito 11">
            <a:extLst>
              <a:ext uri="{FF2B5EF4-FFF2-40B4-BE49-F238E27FC236}">
                <a16:creationId xmlns:a16="http://schemas.microsoft.com/office/drawing/2014/main" id="{A2004F6F-2196-F0A9-1B71-FCD53A53720D}"/>
              </a:ext>
            </a:extLst>
          </p:cNvPr>
          <p:cNvCxnSpPr>
            <a:cxnSpLocks/>
          </p:cNvCxnSpPr>
          <p:nvPr/>
        </p:nvCxnSpPr>
        <p:spPr>
          <a:xfrm rot="16200000" flipV="1">
            <a:off x="4944974" y="1887428"/>
            <a:ext cx="1247234" cy="1142151"/>
          </a:xfrm>
          <a:prstGeom prst="bentConnector3">
            <a:avLst>
              <a:gd name="adj1" fmla="val -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a gomito 34">
            <a:extLst>
              <a:ext uri="{FF2B5EF4-FFF2-40B4-BE49-F238E27FC236}">
                <a16:creationId xmlns:a16="http://schemas.microsoft.com/office/drawing/2014/main" id="{37380229-5FBA-46E0-C1AF-32168A0DCB4B}"/>
              </a:ext>
            </a:extLst>
          </p:cNvPr>
          <p:cNvCxnSpPr/>
          <p:nvPr/>
        </p:nvCxnSpPr>
        <p:spPr>
          <a:xfrm rot="16200000" flipV="1">
            <a:off x="4275240" y="1383463"/>
            <a:ext cx="1888602" cy="1826867"/>
          </a:xfrm>
          <a:prstGeom prst="bentConnector3">
            <a:avLst>
              <a:gd name="adj1" fmla="val 350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a gomito 38">
            <a:extLst>
              <a:ext uri="{FF2B5EF4-FFF2-40B4-BE49-F238E27FC236}">
                <a16:creationId xmlns:a16="http://schemas.microsoft.com/office/drawing/2014/main" id="{83BEC32A-1126-AF7E-420F-D9040D176722}"/>
              </a:ext>
            </a:extLst>
          </p:cNvPr>
          <p:cNvCxnSpPr>
            <a:cxnSpLocks/>
            <a:stCxn id="8" idx="1"/>
            <a:endCxn id="5" idx="3"/>
          </p:cNvCxnSpPr>
          <p:nvPr/>
        </p:nvCxnSpPr>
        <p:spPr>
          <a:xfrm rot="10800000">
            <a:off x="2419428" y="3056532"/>
            <a:ext cx="3713546" cy="372468"/>
          </a:xfrm>
          <a:prstGeom prst="bentConnector3">
            <a:avLst>
              <a:gd name="adj1" fmla="val 5341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a gomito 41">
            <a:extLst>
              <a:ext uri="{FF2B5EF4-FFF2-40B4-BE49-F238E27FC236}">
                <a16:creationId xmlns:a16="http://schemas.microsoft.com/office/drawing/2014/main" id="{6E032DFF-DAE4-074F-E931-5D9C0A9BD740}"/>
              </a:ext>
            </a:extLst>
          </p:cNvPr>
          <p:cNvCxnSpPr>
            <a:stCxn id="5" idx="2"/>
            <a:endCxn id="4" idx="0"/>
          </p:cNvCxnSpPr>
          <p:nvPr/>
        </p:nvCxnSpPr>
        <p:spPr>
          <a:xfrm rot="5400000">
            <a:off x="1263688" y="3891910"/>
            <a:ext cx="453837" cy="2201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mbo 44">
            <a:extLst>
              <a:ext uri="{FF2B5EF4-FFF2-40B4-BE49-F238E27FC236}">
                <a16:creationId xmlns:a16="http://schemas.microsoft.com/office/drawing/2014/main" id="{B2B91276-0353-AB06-7ED0-E6E31921763A}"/>
              </a:ext>
            </a:extLst>
          </p:cNvPr>
          <p:cNvSpPr/>
          <p:nvPr/>
        </p:nvSpPr>
        <p:spPr>
          <a:xfrm>
            <a:off x="2712410" y="3977630"/>
            <a:ext cx="1759132" cy="123893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APPARTIENE</a:t>
            </a:r>
            <a:endParaRPr lang="it-IT" dirty="0"/>
          </a:p>
        </p:txBody>
      </p:sp>
      <p:cxnSp>
        <p:nvCxnSpPr>
          <p:cNvPr id="54" name="Connettore a gomito 53">
            <a:extLst>
              <a:ext uri="{FF2B5EF4-FFF2-40B4-BE49-F238E27FC236}">
                <a16:creationId xmlns:a16="http://schemas.microsoft.com/office/drawing/2014/main" id="{C97EE71F-1517-2A50-9A72-17651359E947}"/>
              </a:ext>
            </a:extLst>
          </p:cNvPr>
          <p:cNvCxnSpPr>
            <a:cxnSpLocks/>
            <a:stCxn id="45" idx="2"/>
            <a:endCxn id="74" idx="0"/>
          </p:cNvCxnSpPr>
          <p:nvPr/>
        </p:nvCxnSpPr>
        <p:spPr>
          <a:xfrm rot="16200000" flipH="1">
            <a:off x="3407314" y="5401225"/>
            <a:ext cx="375857" cy="653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a gomito 55">
            <a:extLst>
              <a:ext uri="{FF2B5EF4-FFF2-40B4-BE49-F238E27FC236}">
                <a16:creationId xmlns:a16="http://schemas.microsoft.com/office/drawing/2014/main" id="{F910EB6C-8178-C76E-44DE-7D7E4C485B17}"/>
              </a:ext>
            </a:extLst>
          </p:cNvPr>
          <p:cNvCxnSpPr>
            <a:cxnSpLocks/>
            <a:stCxn id="45" idx="1"/>
            <a:endCxn id="4" idx="3"/>
          </p:cNvCxnSpPr>
          <p:nvPr/>
        </p:nvCxnSpPr>
        <p:spPr>
          <a:xfrm rot="10800000">
            <a:off x="2241600" y="4595057"/>
            <a:ext cx="470811" cy="204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FBBF9EAF-4E8A-567F-E756-8B0C70721B73}"/>
              </a:ext>
            </a:extLst>
          </p:cNvPr>
          <p:cNvSpPr txBox="1"/>
          <p:nvPr/>
        </p:nvSpPr>
        <p:spPr>
          <a:xfrm>
            <a:off x="3736088" y="5116561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(1,1)</a:t>
            </a: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E07DEE39-65C0-6C34-5029-4B0A03343E3D}"/>
              </a:ext>
            </a:extLst>
          </p:cNvPr>
          <p:cNvSpPr txBox="1"/>
          <p:nvPr/>
        </p:nvSpPr>
        <p:spPr>
          <a:xfrm>
            <a:off x="2247772" y="4101677"/>
            <a:ext cx="75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(1,N)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5937F7B-13E6-49DB-73FA-74185A416979}"/>
              </a:ext>
            </a:extLst>
          </p:cNvPr>
          <p:cNvSpPr txBox="1"/>
          <p:nvPr/>
        </p:nvSpPr>
        <p:spPr>
          <a:xfrm>
            <a:off x="9042395" y="1211117"/>
            <a:ext cx="1238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EE0000"/>
                </a:solidFill>
              </a:rPr>
              <a:t>SS CR</a:t>
            </a:r>
            <a:r>
              <a:rPr lang="it-IT" strike="sngStrike" dirty="0">
                <a:solidFill>
                  <a:schemeClr val="bg2">
                    <a:lumMod val="75000"/>
                  </a:schemeClr>
                </a:solidFill>
              </a:rPr>
              <a:t>U</a:t>
            </a:r>
            <a:r>
              <a:rPr lang="it-IT" dirty="0">
                <a:solidFill>
                  <a:srgbClr val="EE0000"/>
                </a:solidFill>
              </a:rPr>
              <a:t>D</a:t>
            </a:r>
            <a:r>
              <a:rPr lang="it-IT" baseline="-25000" dirty="0">
                <a:solidFill>
                  <a:srgbClr val="EE0000"/>
                </a:solidFill>
              </a:rPr>
              <a:t>L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75D4644-F3F7-8AFB-C52D-F16CEF297D49}"/>
              </a:ext>
            </a:extLst>
          </p:cNvPr>
          <p:cNvSpPr txBox="1"/>
          <p:nvPr/>
        </p:nvSpPr>
        <p:spPr>
          <a:xfrm>
            <a:off x="5753195" y="2593084"/>
            <a:ext cx="1263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EE0000"/>
                </a:solidFill>
              </a:rPr>
              <a:t>SS CRUD</a:t>
            </a:r>
            <a:r>
              <a:rPr lang="it-IT" baseline="-25000" dirty="0">
                <a:solidFill>
                  <a:srgbClr val="EE0000"/>
                </a:solidFill>
              </a:rPr>
              <a:t>L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E581335D-CB3A-AFC1-EFBB-FB0CB7A420E6}"/>
              </a:ext>
            </a:extLst>
          </p:cNvPr>
          <p:cNvSpPr txBox="1"/>
          <p:nvPr/>
        </p:nvSpPr>
        <p:spPr>
          <a:xfrm>
            <a:off x="8924879" y="5177749"/>
            <a:ext cx="1238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EE0000"/>
                </a:solidFill>
              </a:rPr>
              <a:t>SS CR</a:t>
            </a:r>
            <a:r>
              <a:rPr lang="it-IT" strike="sngStrike" dirty="0">
                <a:solidFill>
                  <a:schemeClr val="bg2">
                    <a:lumMod val="75000"/>
                  </a:schemeClr>
                </a:solidFill>
              </a:rPr>
              <a:t>U</a:t>
            </a:r>
            <a:r>
              <a:rPr lang="it-IT" dirty="0">
                <a:solidFill>
                  <a:srgbClr val="EE0000"/>
                </a:solidFill>
              </a:rPr>
              <a:t>D</a:t>
            </a:r>
            <a:r>
              <a:rPr lang="it-IT" baseline="-25000" dirty="0">
                <a:solidFill>
                  <a:srgbClr val="EE0000"/>
                </a:solidFill>
              </a:rPr>
              <a:t>L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40CBA6C-4F46-A14C-303A-E13BFEC5D81F}"/>
              </a:ext>
            </a:extLst>
          </p:cNvPr>
          <p:cNvSpPr txBox="1"/>
          <p:nvPr/>
        </p:nvSpPr>
        <p:spPr>
          <a:xfrm>
            <a:off x="2994156" y="6456033"/>
            <a:ext cx="1238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EE0000"/>
                </a:solidFill>
              </a:rPr>
              <a:t>SS CRUD</a:t>
            </a:r>
            <a:r>
              <a:rPr lang="it-IT" baseline="-25000" dirty="0">
                <a:solidFill>
                  <a:srgbClr val="EE0000"/>
                </a:solidFill>
              </a:rPr>
              <a:t>L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FC34FEE-D3C9-0680-7632-7201F82A8B5E}"/>
              </a:ext>
            </a:extLst>
          </p:cNvPr>
          <p:cNvSpPr txBox="1"/>
          <p:nvPr/>
        </p:nvSpPr>
        <p:spPr>
          <a:xfrm>
            <a:off x="1127774" y="5027816"/>
            <a:ext cx="1238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EE0000"/>
                </a:solidFill>
              </a:rPr>
              <a:t>SS CRUD</a:t>
            </a:r>
            <a:r>
              <a:rPr lang="it-IT" baseline="-25000" dirty="0">
                <a:solidFill>
                  <a:srgbClr val="EE0000"/>
                </a:solidFill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1711243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AEE60-21B3-B59A-B4FB-DC9DE85CF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4267F2AD-5B45-9713-4E77-82E75B16433E}"/>
              </a:ext>
            </a:extLst>
          </p:cNvPr>
          <p:cNvSpPr/>
          <p:nvPr/>
        </p:nvSpPr>
        <p:spPr>
          <a:xfrm>
            <a:off x="998817" y="362637"/>
            <a:ext cx="1524000" cy="930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LOGIN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3A9B7F25-9943-BF50-B6B8-1D80B5DB095D}"/>
              </a:ext>
            </a:extLst>
          </p:cNvPr>
          <p:cNvSpPr/>
          <p:nvPr/>
        </p:nvSpPr>
        <p:spPr>
          <a:xfrm>
            <a:off x="998817" y="1630467"/>
            <a:ext cx="1524000" cy="3010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HP</a:t>
            </a:r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E51F7EF9-86EB-744B-1B41-A9422A360259}"/>
              </a:ext>
            </a:extLst>
          </p:cNvPr>
          <p:cNvSpPr/>
          <p:nvPr/>
        </p:nvSpPr>
        <p:spPr>
          <a:xfrm>
            <a:off x="1159475" y="3382314"/>
            <a:ext cx="1202684" cy="1069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VE POST</a:t>
            </a:r>
          </a:p>
          <a:p>
            <a:pPr algn="ctr"/>
            <a:endParaRPr lang="it-IT" dirty="0"/>
          </a:p>
          <a:p>
            <a:pPr algn="ctr"/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A43EBC1-7FB3-C5D9-4DB6-64E61EFDD186}"/>
              </a:ext>
            </a:extLst>
          </p:cNvPr>
          <p:cNvSpPr/>
          <p:nvPr/>
        </p:nvSpPr>
        <p:spPr>
          <a:xfrm>
            <a:off x="1159475" y="4052611"/>
            <a:ext cx="1202684" cy="3995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VD POST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1D14AAD6-CE0F-3540-E519-D00B44C36F0A}"/>
              </a:ext>
            </a:extLst>
          </p:cNvPr>
          <p:cNvSpPr/>
          <p:nvPr/>
        </p:nvSpPr>
        <p:spPr>
          <a:xfrm>
            <a:off x="998817" y="4910062"/>
            <a:ext cx="1524000" cy="1798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VEC COMMENTI</a:t>
            </a:r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A0CEE95-B8F3-BF55-9B3E-6C0BFD688B98}"/>
              </a:ext>
            </a:extLst>
          </p:cNvPr>
          <p:cNvSpPr/>
          <p:nvPr/>
        </p:nvSpPr>
        <p:spPr>
          <a:xfrm>
            <a:off x="1079146" y="5809328"/>
            <a:ext cx="1363342" cy="8287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VD COMMENTI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42427D73-600C-03FE-D6E7-AC7CD04C3113}"/>
              </a:ext>
            </a:extLst>
          </p:cNvPr>
          <p:cNvSpPr/>
          <p:nvPr/>
        </p:nvSpPr>
        <p:spPr>
          <a:xfrm>
            <a:off x="3664038" y="3085028"/>
            <a:ext cx="1524000" cy="1798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VD UTENTE</a:t>
            </a:r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B0A9CE-8871-EB74-609E-6DE1BB4F8FF2}"/>
              </a:ext>
            </a:extLst>
          </p:cNvPr>
          <p:cNvSpPr/>
          <p:nvPr/>
        </p:nvSpPr>
        <p:spPr>
          <a:xfrm>
            <a:off x="3824696" y="3571501"/>
            <a:ext cx="1202684" cy="1069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VE POST</a:t>
            </a:r>
          </a:p>
          <a:p>
            <a:pPr algn="ctr"/>
            <a:endParaRPr lang="it-IT" dirty="0"/>
          </a:p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DB6BCD6A-DAFF-22A4-BCCB-62DCBF6276B0}"/>
              </a:ext>
            </a:extLst>
          </p:cNvPr>
          <p:cNvSpPr/>
          <p:nvPr/>
        </p:nvSpPr>
        <p:spPr>
          <a:xfrm>
            <a:off x="3824696" y="4241798"/>
            <a:ext cx="1202684" cy="3995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VD POST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819C3119-4A75-F207-B4C8-1355D70A9FD7}"/>
              </a:ext>
            </a:extLst>
          </p:cNvPr>
          <p:cNvSpPr/>
          <p:nvPr/>
        </p:nvSpPr>
        <p:spPr>
          <a:xfrm>
            <a:off x="3824696" y="387050"/>
            <a:ext cx="1524000" cy="1798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VEC MESSAGGI</a:t>
            </a:r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C1C23A1C-852D-5808-EA0D-256EC0DA7ED0}"/>
              </a:ext>
            </a:extLst>
          </p:cNvPr>
          <p:cNvSpPr/>
          <p:nvPr/>
        </p:nvSpPr>
        <p:spPr>
          <a:xfrm>
            <a:off x="3824696" y="1104434"/>
            <a:ext cx="1524000" cy="1069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  <a:p>
            <a:pPr algn="ctr"/>
            <a:r>
              <a:rPr lang="it-IT" dirty="0"/>
              <a:t>VD MESSAGGIO</a:t>
            </a:r>
          </a:p>
          <a:p>
            <a:pPr algn="ctr"/>
            <a:endParaRPr lang="it-IT" dirty="0"/>
          </a:p>
          <a:p>
            <a:pPr algn="ctr"/>
            <a:endParaRPr lang="it-IT" dirty="0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5F5C943C-9358-D702-0E91-66775D2BD745}"/>
              </a:ext>
            </a:extLst>
          </p:cNvPr>
          <p:cNvSpPr/>
          <p:nvPr/>
        </p:nvSpPr>
        <p:spPr>
          <a:xfrm>
            <a:off x="1159475" y="2145666"/>
            <a:ext cx="1202684" cy="1069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VE STORIE</a:t>
            </a:r>
          </a:p>
          <a:p>
            <a:pPr algn="ctr"/>
            <a:endParaRPr lang="it-IT" dirty="0"/>
          </a:p>
          <a:p>
            <a:pPr algn="ctr"/>
            <a:endParaRPr lang="it-IT" dirty="0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95F584ED-B7E9-C79C-4184-08B51D34EEAC}"/>
              </a:ext>
            </a:extLst>
          </p:cNvPr>
          <p:cNvSpPr/>
          <p:nvPr/>
        </p:nvSpPr>
        <p:spPr>
          <a:xfrm>
            <a:off x="1159475" y="2815963"/>
            <a:ext cx="1202684" cy="4958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VD STORIE</a:t>
            </a:r>
          </a:p>
        </p:txBody>
      </p:sp>
      <p:cxnSp>
        <p:nvCxnSpPr>
          <p:cNvPr id="29" name="Connettore diritto 28">
            <a:extLst>
              <a:ext uri="{FF2B5EF4-FFF2-40B4-BE49-F238E27FC236}">
                <a16:creationId xmlns:a16="http://schemas.microsoft.com/office/drawing/2014/main" id="{FA57A9E1-6D0F-3947-D326-AB4EA0D855A8}"/>
              </a:ext>
            </a:extLst>
          </p:cNvPr>
          <p:cNvCxnSpPr>
            <a:stCxn id="10" idx="2"/>
            <a:endCxn id="2" idx="0"/>
          </p:cNvCxnSpPr>
          <p:nvPr/>
        </p:nvCxnSpPr>
        <p:spPr>
          <a:xfrm>
            <a:off x="1760817" y="1293079"/>
            <a:ext cx="0" cy="3373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a gomito 32">
            <a:extLst>
              <a:ext uri="{FF2B5EF4-FFF2-40B4-BE49-F238E27FC236}">
                <a16:creationId xmlns:a16="http://schemas.microsoft.com/office/drawing/2014/main" id="{304D0293-AE52-DA74-4B30-D1CFE8FD4C19}"/>
              </a:ext>
            </a:extLst>
          </p:cNvPr>
          <p:cNvCxnSpPr>
            <a:stCxn id="4" idx="2"/>
            <a:endCxn id="14" idx="0"/>
          </p:cNvCxnSpPr>
          <p:nvPr/>
        </p:nvCxnSpPr>
        <p:spPr>
          <a:xfrm rot="5400000">
            <a:off x="1462433" y="4744670"/>
            <a:ext cx="590861" cy="5908"/>
          </a:xfrm>
          <a:prstGeom prst="bentConnector3">
            <a:avLst/>
          </a:prstGeom>
          <a:ln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a gomito 34">
            <a:extLst>
              <a:ext uri="{FF2B5EF4-FFF2-40B4-BE49-F238E27FC236}">
                <a16:creationId xmlns:a16="http://schemas.microsoft.com/office/drawing/2014/main" id="{37ABF894-8664-F1A3-F2F3-2F500D84ED14}"/>
              </a:ext>
            </a:extLst>
          </p:cNvPr>
          <p:cNvCxnSpPr>
            <a:cxnSpLocks/>
            <a:stCxn id="20" idx="3"/>
            <a:endCxn id="16" idx="3"/>
          </p:cNvCxnSpPr>
          <p:nvPr/>
        </p:nvCxnSpPr>
        <p:spPr>
          <a:xfrm flipH="1">
            <a:off x="5188038" y="1639374"/>
            <a:ext cx="160658" cy="2344921"/>
          </a:xfrm>
          <a:prstGeom prst="bentConnector3">
            <a:avLst>
              <a:gd name="adj1" fmla="val -14229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a gomito 37">
            <a:extLst>
              <a:ext uri="{FF2B5EF4-FFF2-40B4-BE49-F238E27FC236}">
                <a16:creationId xmlns:a16="http://schemas.microsoft.com/office/drawing/2014/main" id="{FEA72E1E-26BB-5922-87FD-09C1568103A7}"/>
              </a:ext>
            </a:extLst>
          </p:cNvPr>
          <p:cNvCxnSpPr/>
          <p:nvPr/>
        </p:nvCxnSpPr>
        <p:spPr>
          <a:xfrm flipV="1">
            <a:off x="2522817" y="905164"/>
            <a:ext cx="1301879" cy="124050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a gomito 39">
            <a:extLst>
              <a:ext uri="{FF2B5EF4-FFF2-40B4-BE49-F238E27FC236}">
                <a16:creationId xmlns:a16="http://schemas.microsoft.com/office/drawing/2014/main" id="{9206AC39-BFF2-B3D9-934C-774A7BCA71D5}"/>
              </a:ext>
            </a:extLst>
          </p:cNvPr>
          <p:cNvCxnSpPr>
            <a:endCxn id="16" idx="0"/>
          </p:cNvCxnSpPr>
          <p:nvPr/>
        </p:nvCxnSpPr>
        <p:spPr>
          <a:xfrm>
            <a:off x="2522817" y="2815963"/>
            <a:ext cx="1903221" cy="26906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Immagine 54" descr="Immagine che contiene testo, schermata, multimediale, software&#10;&#10;Il contenuto generato dall'IA potrebbe non essere corretto.">
            <a:extLst>
              <a:ext uri="{FF2B5EF4-FFF2-40B4-BE49-F238E27FC236}">
                <a16:creationId xmlns:a16="http://schemas.microsoft.com/office/drawing/2014/main" id="{F21D3651-8905-3C70-0EBA-A92B73A07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900" y="0"/>
            <a:ext cx="3086100" cy="6858000"/>
          </a:xfrm>
          <a:prstGeom prst="rect">
            <a:avLst/>
          </a:prstGeom>
        </p:spPr>
      </p:pic>
      <p:pic>
        <p:nvPicPr>
          <p:cNvPr id="57" name="Immagine 56" descr="Immagine che contiene testo, schermata, software, design&#10;&#10;Il contenuto generato dall'IA potrebbe non essere corretto.">
            <a:extLst>
              <a:ext uri="{FF2B5EF4-FFF2-40B4-BE49-F238E27FC236}">
                <a16:creationId xmlns:a16="http://schemas.microsoft.com/office/drawing/2014/main" id="{910322D7-CDD1-B3DA-AFA0-DA36939D7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0"/>
            <a:ext cx="3086100" cy="6858000"/>
          </a:xfrm>
          <a:prstGeom prst="rect">
            <a:avLst/>
          </a:prstGeom>
        </p:spPr>
      </p:pic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789C6718-C114-E485-601C-1D44B93AF668}"/>
              </a:ext>
            </a:extLst>
          </p:cNvPr>
          <p:cNvSpPr txBox="1"/>
          <p:nvPr/>
        </p:nvSpPr>
        <p:spPr>
          <a:xfrm>
            <a:off x="1552628" y="-17516"/>
            <a:ext cx="422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Diagramma di navigazione vista utente</a:t>
            </a:r>
          </a:p>
        </p:txBody>
      </p:sp>
    </p:spTree>
    <p:extLst>
      <p:ext uri="{BB962C8B-B14F-4D97-AF65-F5344CB8AC3E}">
        <p14:creationId xmlns:p14="http://schemas.microsoft.com/office/powerpoint/2010/main" val="36756808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581</Words>
  <Application>Microsoft Office PowerPoint</Application>
  <PresentationFormat>Widescreen</PresentationFormat>
  <Paragraphs>208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Manelli</dc:creator>
  <cp:lastModifiedBy>Jonathan Manelli</cp:lastModifiedBy>
  <cp:revision>4</cp:revision>
  <dcterms:created xsi:type="dcterms:W3CDTF">2025-11-15T16:37:19Z</dcterms:created>
  <dcterms:modified xsi:type="dcterms:W3CDTF">2025-11-18T13:07:42Z</dcterms:modified>
</cp:coreProperties>
</file>